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1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embeddedFontLst>
    <p:embeddedFont>
      <p:font typeface="Montserrat SemiBold"/>
      <p:regular r:id="rId12"/>
      <p:bold r:id="rId13"/>
      <p:italic r:id="rId14"/>
      <p:boldItalic r:id="rId15"/>
    </p:embeddedFont>
    <p:embeddedFont>
      <p:font typeface="Montserrat"/>
      <p:regular r:id="rId16"/>
      <p:bold r:id="rId17"/>
      <p:italic r:id="rId18"/>
      <p:boldItalic r:id="rId19"/>
    </p:embeddedFont>
    <p:embeddedFont>
      <p:font typeface="Montserrat Medium"/>
      <p:regular r:id="rId20"/>
      <p:bold r:id="rId21"/>
      <p:italic r:id="rId22"/>
      <p:boldItalic r:id="rId23"/>
    </p:embeddedFont>
    <p:embeddedFont>
      <p:font typeface="Montserrat ExtraBold"/>
      <p:bold r:id="rId24"/>
      <p:boldItalic r:id="rId25"/>
    </p:embeddedFont>
    <p:embeddedFont>
      <p:font typeface="Oswald"/>
      <p:regular r:id="rId26"/>
      <p:bold r:id="rId27"/>
    </p:embeddedFont>
    <p:embeddedFont>
      <p:font typeface="Barlow"/>
      <p:regular r:id="rId28"/>
      <p:bold r:id="rId29"/>
      <p:italic r:id="rId30"/>
      <p:boldItalic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Medium-regular.fntdata"/><Relationship Id="rId22" Type="http://schemas.openxmlformats.org/officeDocument/2006/relationships/font" Target="fonts/MontserratMedium-italic.fntdata"/><Relationship Id="rId21" Type="http://schemas.openxmlformats.org/officeDocument/2006/relationships/font" Target="fonts/MontserratMedium-bold.fntdata"/><Relationship Id="rId24" Type="http://schemas.openxmlformats.org/officeDocument/2006/relationships/font" Target="fonts/MontserratExtraBold-bold.fntdata"/><Relationship Id="rId23" Type="http://schemas.openxmlformats.org/officeDocument/2006/relationships/font" Target="fonts/MontserratMedium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Oswald-regular.fntdata"/><Relationship Id="rId25" Type="http://schemas.openxmlformats.org/officeDocument/2006/relationships/font" Target="fonts/MontserratExtraBold-boldItalic.fntdata"/><Relationship Id="rId28" Type="http://schemas.openxmlformats.org/officeDocument/2006/relationships/font" Target="fonts/Barlow-regular.fntdata"/><Relationship Id="rId27" Type="http://schemas.openxmlformats.org/officeDocument/2006/relationships/font" Target="fonts/Oswald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Barlow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Barlow-boldItalic.fntdata"/><Relationship Id="rId30" Type="http://schemas.openxmlformats.org/officeDocument/2006/relationships/font" Target="fonts/Barlow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MontserratSemiBold-bold.fntdata"/><Relationship Id="rId12" Type="http://schemas.openxmlformats.org/officeDocument/2006/relationships/font" Target="fonts/MontserratSemiBold-regular.fntdata"/><Relationship Id="rId15" Type="http://schemas.openxmlformats.org/officeDocument/2006/relationships/font" Target="fonts/MontserratSemiBold-boldItalic.fntdata"/><Relationship Id="rId14" Type="http://schemas.openxmlformats.org/officeDocument/2006/relationships/font" Target="fonts/MontserratSemiBold-italic.fntdata"/><Relationship Id="rId17" Type="http://schemas.openxmlformats.org/officeDocument/2006/relationships/font" Target="fonts/Montserrat-bold.fntdata"/><Relationship Id="rId16" Type="http://schemas.openxmlformats.org/officeDocument/2006/relationships/font" Target="fonts/Montserrat-regular.fntdata"/><Relationship Id="rId19" Type="http://schemas.openxmlformats.org/officeDocument/2006/relationships/font" Target="fonts/Montserrat-boldItalic.fntdata"/><Relationship Id="rId18" Type="http://schemas.openxmlformats.org/officeDocument/2006/relationships/font" Target="fonts/Montserrat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gf35ee64e56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" name="Google Shape;20;gf35ee64e56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" name="Google Shape;2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g3e482e65e2d_1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" name="Google Shape;30;g3e482e65e2d_1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gf35ee64e5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" name="Google Shape;36;gf35ee64e5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g3e482e65e2d_1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" name="Google Shape;42;g3e482e65e2d_1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e482e65e2d_1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e482e65e2d_1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ulo da Apresentação e Autores" type="title">
  <p:cSld name="TITL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1125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Oswald"/>
              <a:buNone/>
              <a:defRPr b="1" sz="52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3596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DCC9"/>
              </a:buClr>
              <a:buSzPts val="2800"/>
              <a:buFont typeface="Oswald"/>
              <a:buNone/>
              <a:defRPr sz="2800">
                <a:solidFill>
                  <a:srgbClr val="00DCC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DCC9"/>
              </a:buClr>
              <a:buSzPts val="2800"/>
              <a:buFont typeface="Oswald"/>
              <a:buNone/>
              <a:defRPr sz="2800">
                <a:solidFill>
                  <a:srgbClr val="00DCC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DCC9"/>
              </a:buClr>
              <a:buSzPts val="2800"/>
              <a:buFont typeface="Oswald"/>
              <a:buNone/>
              <a:defRPr sz="2800">
                <a:solidFill>
                  <a:srgbClr val="00DCC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DCC9"/>
              </a:buClr>
              <a:buSzPts val="2800"/>
              <a:buFont typeface="Oswald"/>
              <a:buNone/>
              <a:defRPr sz="2800">
                <a:solidFill>
                  <a:srgbClr val="00DCC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DCC9"/>
              </a:buClr>
              <a:buSzPts val="2800"/>
              <a:buFont typeface="Oswald"/>
              <a:buNone/>
              <a:defRPr sz="2800">
                <a:solidFill>
                  <a:srgbClr val="00DCC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DCC9"/>
              </a:buClr>
              <a:buSzPts val="2800"/>
              <a:buFont typeface="Oswald"/>
              <a:buNone/>
              <a:defRPr sz="2800">
                <a:solidFill>
                  <a:srgbClr val="00DCC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DCC9"/>
              </a:buClr>
              <a:buSzPts val="2800"/>
              <a:buFont typeface="Oswald"/>
              <a:buNone/>
              <a:defRPr sz="2800">
                <a:solidFill>
                  <a:srgbClr val="00DCC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DCC9"/>
              </a:buClr>
              <a:buSzPts val="2800"/>
              <a:buFont typeface="Oswald"/>
              <a:buNone/>
              <a:defRPr sz="2800">
                <a:solidFill>
                  <a:srgbClr val="00DCC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DCC9"/>
              </a:buClr>
              <a:buSzPts val="2800"/>
              <a:buFont typeface="Oswald"/>
              <a:buNone/>
              <a:defRPr sz="2800">
                <a:solidFill>
                  <a:srgbClr val="00DCC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A">
  <p:cSld name="CUSTOM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údo" type="tx">
  <p:cSld name="TITLE_AND_BODY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73979"/>
              </a:buClr>
              <a:buSzPts val="2800"/>
              <a:buFont typeface="Oswald"/>
              <a:buNone/>
              <a:defRPr>
                <a:solidFill>
                  <a:srgbClr val="17397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173979"/>
              </a:buClr>
              <a:buSzPts val="2800"/>
              <a:buNone/>
              <a:defRPr>
                <a:solidFill>
                  <a:srgbClr val="173979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173979"/>
              </a:buClr>
              <a:buSzPts val="2800"/>
              <a:buNone/>
              <a:defRPr>
                <a:solidFill>
                  <a:srgbClr val="173979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173979"/>
              </a:buClr>
              <a:buSzPts val="2800"/>
              <a:buNone/>
              <a:defRPr>
                <a:solidFill>
                  <a:srgbClr val="173979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173979"/>
              </a:buClr>
              <a:buSzPts val="2800"/>
              <a:buNone/>
              <a:defRPr>
                <a:solidFill>
                  <a:srgbClr val="173979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173979"/>
              </a:buClr>
              <a:buSzPts val="2800"/>
              <a:buNone/>
              <a:defRPr>
                <a:solidFill>
                  <a:srgbClr val="173979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173979"/>
              </a:buClr>
              <a:buSzPts val="2800"/>
              <a:buNone/>
              <a:defRPr>
                <a:solidFill>
                  <a:srgbClr val="173979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173979"/>
              </a:buClr>
              <a:buSzPts val="2800"/>
              <a:buNone/>
              <a:defRPr>
                <a:solidFill>
                  <a:srgbClr val="173979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173979"/>
              </a:buClr>
              <a:buSzPts val="2800"/>
              <a:buNone/>
              <a:defRPr>
                <a:solidFill>
                  <a:srgbClr val="173979"/>
                </a:solidFill>
              </a:defRPr>
            </a:lvl9pPr>
          </a:lstStyle>
          <a:p/>
        </p:txBody>
      </p:sp>
      <p:sp>
        <p:nvSpPr>
          <p:cNvPr id="16" name="Google Shape;16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Barlow"/>
              <a:buChar char="●"/>
              <a:defRPr>
                <a:solidFill>
                  <a:srgbClr val="434343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Barlow"/>
              <a:buChar char="○"/>
              <a:defRPr>
                <a:solidFill>
                  <a:srgbClr val="434343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Barlow"/>
              <a:buChar char="■"/>
              <a:defRPr>
                <a:solidFill>
                  <a:srgbClr val="434343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Barlow"/>
              <a:buChar char="●"/>
              <a:defRPr>
                <a:solidFill>
                  <a:srgbClr val="434343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Barlow"/>
              <a:buChar char="○"/>
              <a:defRPr>
                <a:solidFill>
                  <a:srgbClr val="434343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Barlow"/>
              <a:buChar char="■"/>
              <a:defRPr>
                <a:solidFill>
                  <a:srgbClr val="434343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Barlow"/>
              <a:buChar char="●"/>
              <a:defRPr>
                <a:solidFill>
                  <a:srgbClr val="434343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Barlow"/>
              <a:buChar char="○"/>
              <a:defRPr>
                <a:solidFill>
                  <a:srgbClr val="434343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Barlow"/>
              <a:buChar char="■"/>
              <a:defRPr>
                <a:solidFill>
                  <a:srgbClr val="434343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17" name="Google Shape;1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swald"/>
              <a:buNone/>
              <a:defRPr sz="28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ctrTitle"/>
          </p:nvPr>
        </p:nvSpPr>
        <p:spPr>
          <a:xfrm>
            <a:off x="311708" y="8969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3400">
                <a:latin typeface="Montserrat ExtraBold"/>
                <a:ea typeface="Montserrat ExtraBold"/>
                <a:cs typeface="Montserrat ExtraBold"/>
                <a:sym typeface="Montserrat ExtraBold"/>
              </a:rPr>
              <a:t>TÍTULO DE SUA APRESENTAÇÃO:</a:t>
            </a:r>
            <a:endParaRPr b="0" sz="3400"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27" name="Google Shape;27;p6"/>
          <p:cNvSpPr txBox="1"/>
          <p:nvPr>
            <p:ph idx="1" type="subTitle"/>
          </p:nvPr>
        </p:nvSpPr>
        <p:spPr>
          <a:xfrm>
            <a:off x="526925" y="3097155"/>
            <a:ext cx="8195100" cy="4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>
                <a:solidFill>
                  <a:srgbClr val="00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Autores</a:t>
            </a:r>
            <a:endParaRPr sz="1500">
              <a:solidFill>
                <a:srgbClr val="00FFFF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311700" y="1152475"/>
            <a:ext cx="8520600" cy="336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2000"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39" name="Google Shape;39;p8"/>
          <p:cNvSpPr txBox="1"/>
          <p:nvPr>
            <p:ph idx="1" type="body"/>
          </p:nvPr>
        </p:nvSpPr>
        <p:spPr>
          <a:xfrm>
            <a:off x="311700" y="1152475"/>
            <a:ext cx="8520600" cy="336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Montserrat SemiBold"/>
              <a:buChar char="●"/>
            </a:pPr>
            <a:r>
              <a:t/>
            </a:r>
            <a:endParaRPr sz="2000"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45" name="Google Shape;45;p9"/>
          <p:cNvSpPr txBox="1"/>
          <p:nvPr>
            <p:ph idx="1" type="body"/>
          </p:nvPr>
        </p:nvSpPr>
        <p:spPr>
          <a:xfrm>
            <a:off x="311700" y="1152475"/>
            <a:ext cx="4226100" cy="335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Montserrat SemiBold"/>
              <a:buChar char="●"/>
            </a:pPr>
            <a:r>
              <a:t/>
            </a:r>
            <a:endParaRPr sz="2000"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46" name="Google Shape;46;p9"/>
          <p:cNvSpPr/>
          <p:nvPr/>
        </p:nvSpPr>
        <p:spPr>
          <a:xfrm>
            <a:off x="4679475" y="1454975"/>
            <a:ext cx="4152900" cy="2760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9"/>
          <p:cNvSpPr txBox="1"/>
          <p:nvPr/>
        </p:nvSpPr>
        <p:spPr>
          <a:xfrm>
            <a:off x="4679550" y="1134950"/>
            <a:ext cx="4152900" cy="24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Legenda:</a:t>
            </a:r>
            <a:endParaRPr sz="10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8" name="Google Shape;48;p9"/>
          <p:cNvSpPr txBox="1"/>
          <p:nvPr/>
        </p:nvSpPr>
        <p:spPr>
          <a:xfrm>
            <a:off x="4626949" y="4259150"/>
            <a:ext cx="4152900" cy="24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Fonte</a:t>
            </a:r>
            <a:r>
              <a:rPr lang="pt-BR" sz="10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:</a:t>
            </a:r>
            <a:endParaRPr sz="10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9" name="Google Shape;49;p9"/>
          <p:cNvSpPr txBox="1"/>
          <p:nvPr/>
        </p:nvSpPr>
        <p:spPr>
          <a:xfrm>
            <a:off x="5240850" y="2635175"/>
            <a:ext cx="2944200" cy="24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pt-BR" sz="10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Imagem ou Vídeo</a:t>
            </a:r>
            <a:endParaRPr i="1" sz="10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55" name="Google Shape;55;p10"/>
          <p:cNvSpPr/>
          <p:nvPr/>
        </p:nvSpPr>
        <p:spPr>
          <a:xfrm>
            <a:off x="1329125" y="1454975"/>
            <a:ext cx="6692700" cy="2760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10"/>
          <p:cNvSpPr txBox="1"/>
          <p:nvPr/>
        </p:nvSpPr>
        <p:spPr>
          <a:xfrm>
            <a:off x="311850" y="1134950"/>
            <a:ext cx="8520600" cy="24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Legenda:</a:t>
            </a:r>
            <a:endParaRPr sz="10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7" name="Google Shape;57;p10"/>
          <p:cNvSpPr txBox="1"/>
          <p:nvPr/>
        </p:nvSpPr>
        <p:spPr>
          <a:xfrm>
            <a:off x="259255" y="4259150"/>
            <a:ext cx="8520600" cy="24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Fonte:</a:t>
            </a:r>
            <a:endParaRPr sz="10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8" name="Google Shape;58;p10"/>
          <p:cNvSpPr txBox="1"/>
          <p:nvPr/>
        </p:nvSpPr>
        <p:spPr>
          <a:xfrm>
            <a:off x="3183450" y="2635175"/>
            <a:ext cx="2944200" cy="24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pt-BR" sz="10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Imagem ou Vídeo</a:t>
            </a:r>
            <a:endParaRPr i="1" sz="10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