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Montserrat SemiBold"/>
      <p:regular r:id="rId19"/>
      <p:bold r:id="rId20"/>
      <p:italic r:id="rId21"/>
      <p:boldItalic r:id="rId22"/>
    </p:embeddedFont>
    <p:embeddedFont>
      <p:font typeface="Montserrat Black"/>
      <p:bold r:id="rId23"/>
      <p:boldItalic r:id="rId24"/>
    </p:embeddedFont>
    <p:embeddedFont>
      <p:font typeface="Montserrat"/>
      <p:regular r:id="rId25"/>
      <p:bold r:id="rId26"/>
      <p:italic r:id="rId27"/>
      <p:boldItalic r:id="rId28"/>
    </p:embeddedFont>
    <p:embeddedFont>
      <p:font typeface="Montserrat Medium"/>
      <p:regular r:id="rId29"/>
      <p:bold r:id="rId30"/>
      <p:italic r:id="rId31"/>
      <p:boldItalic r:id="rId32"/>
    </p:embeddedFont>
    <p:embeddedFont>
      <p:font typeface="Montserrat Light"/>
      <p:regular r:id="rId33"/>
      <p:bold r:id="rId34"/>
      <p:italic r:id="rId35"/>
      <p:boldItalic r:id="rId36"/>
    </p:embeddedFont>
    <p:embeddedFont>
      <p:font typeface="Montserrat ExtraBold"/>
      <p:bold r:id="rId37"/>
      <p:boldItalic r:id="rId38"/>
    </p:embeddedFont>
    <p:embeddedFont>
      <p:font typeface="Comfortaa"/>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omfortaa-bold.fntdata"/><Relationship Id="rId20" Type="http://schemas.openxmlformats.org/officeDocument/2006/relationships/font" Target="fonts/MontserratSemiBold-bold.fntdata"/><Relationship Id="rId22" Type="http://schemas.openxmlformats.org/officeDocument/2006/relationships/font" Target="fonts/MontserratSemiBold-boldItalic.fntdata"/><Relationship Id="rId21" Type="http://schemas.openxmlformats.org/officeDocument/2006/relationships/font" Target="fonts/MontserratSemiBold-italic.fntdata"/><Relationship Id="rId24" Type="http://schemas.openxmlformats.org/officeDocument/2006/relationships/font" Target="fonts/MontserratBlack-boldItalic.fntdata"/><Relationship Id="rId23" Type="http://schemas.openxmlformats.org/officeDocument/2006/relationships/font" Target="fonts/MontserratBlack-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Medium-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Medium-italic.fntdata"/><Relationship Id="rId30" Type="http://schemas.openxmlformats.org/officeDocument/2006/relationships/font" Target="fonts/MontserratMedium-bold.fntdata"/><Relationship Id="rId11" Type="http://schemas.openxmlformats.org/officeDocument/2006/relationships/slide" Target="slides/slide6.xml"/><Relationship Id="rId33" Type="http://schemas.openxmlformats.org/officeDocument/2006/relationships/font" Target="fonts/MontserratLight-regular.fntdata"/><Relationship Id="rId10" Type="http://schemas.openxmlformats.org/officeDocument/2006/relationships/slide" Target="slides/slide5.xml"/><Relationship Id="rId32" Type="http://schemas.openxmlformats.org/officeDocument/2006/relationships/font" Target="fonts/MontserratMedium-boldItalic.fntdata"/><Relationship Id="rId13" Type="http://schemas.openxmlformats.org/officeDocument/2006/relationships/slide" Target="slides/slide8.xml"/><Relationship Id="rId35" Type="http://schemas.openxmlformats.org/officeDocument/2006/relationships/font" Target="fonts/MontserratLight-italic.fntdata"/><Relationship Id="rId12" Type="http://schemas.openxmlformats.org/officeDocument/2006/relationships/slide" Target="slides/slide7.xml"/><Relationship Id="rId34" Type="http://schemas.openxmlformats.org/officeDocument/2006/relationships/font" Target="fonts/MontserratLight-bold.fntdata"/><Relationship Id="rId15" Type="http://schemas.openxmlformats.org/officeDocument/2006/relationships/slide" Target="slides/slide10.xml"/><Relationship Id="rId37" Type="http://schemas.openxmlformats.org/officeDocument/2006/relationships/font" Target="fonts/MontserratExtraBold-bold.fntdata"/><Relationship Id="rId14" Type="http://schemas.openxmlformats.org/officeDocument/2006/relationships/slide" Target="slides/slide9.xml"/><Relationship Id="rId36" Type="http://schemas.openxmlformats.org/officeDocument/2006/relationships/font" Target="fonts/MontserratLight-boldItalic.fntdata"/><Relationship Id="rId17" Type="http://schemas.openxmlformats.org/officeDocument/2006/relationships/slide" Target="slides/slide12.xml"/><Relationship Id="rId39" Type="http://schemas.openxmlformats.org/officeDocument/2006/relationships/font" Target="fonts/Comfortaa-regular.fntdata"/><Relationship Id="rId16" Type="http://schemas.openxmlformats.org/officeDocument/2006/relationships/slide" Target="slides/slide11.xml"/><Relationship Id="rId38" Type="http://schemas.openxmlformats.org/officeDocument/2006/relationships/font" Target="fonts/MontserratExtraBold-boldItalic.fntdata"/><Relationship Id="rId19" Type="http://schemas.openxmlformats.org/officeDocument/2006/relationships/font" Target="fonts/MontserratSemiBold-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aab04a22f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aab04a22f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a21fdfe02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a21fdfe02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dd4e4120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dd4e4120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ab04a22f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ab04a22f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e7eb9619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e7eb9619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21fdfe026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21fdfe026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21fdfe026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21fdfe026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a6d7bd9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a6d7bd9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a6d7bd98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a6d7bd98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e7eb9619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e7eb9619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e7eb9619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e7eb9619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21fdfe026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21fdfe026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21fdfe026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21fdfe026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hyperlink" Target="http://cefor.ifes.edu.br" TargetMode="External"/><Relationship Id="rId5" Type="http://schemas.openxmlformats.org/officeDocument/2006/relationships/hyperlink" Target="https://www.youtube.com/@IfesCefor" TargetMode="External"/><Relationship Id="rId6" Type="http://schemas.openxmlformats.org/officeDocument/2006/relationships/hyperlink" Target="https://www.instagram.com/ifescefor?igsh=MWtnYjJxYTNsdWY3d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hyperlink" Target="mailto:e-mail.servidor@ifes.edu.br" TargetMode="External"/><Relationship Id="rId5" Type="http://schemas.openxmlformats.org/officeDocument/2006/relationships/hyperlink" Target="http://cefor.ifes.edu.br" TargetMode="External"/><Relationship Id="rId6" Type="http://schemas.openxmlformats.org/officeDocument/2006/relationships/hyperlink" Target="https://www.youtube.com/@IfesCefor" TargetMode="External"/><Relationship Id="rId7" Type="http://schemas.openxmlformats.org/officeDocument/2006/relationships/hyperlink" Target="https://www.instagram.com/ifescefor?igsh=MWtnYjJxYTNsdWY3d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idx="4294967295" type="ctrTitle"/>
          </p:nvPr>
        </p:nvSpPr>
        <p:spPr>
          <a:xfrm>
            <a:off x="2759700" y="1756650"/>
            <a:ext cx="5822700" cy="1395300"/>
          </a:xfrm>
          <a:prstGeom prst="rect">
            <a:avLst/>
          </a:prstGeom>
          <a:effectLst>
            <a:outerShdw blurRad="85725" rotWithShape="0" algn="bl" dir="5400000" dist="28575">
              <a:srgbClr val="134F5C">
                <a:alpha val="62999"/>
              </a:srgbClr>
            </a:outerShdw>
          </a:effectLst>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700">
                <a:solidFill>
                  <a:schemeClr val="lt1"/>
                </a:solidFill>
                <a:latin typeface="Montserrat Black"/>
                <a:ea typeface="Montserrat Black"/>
                <a:cs typeface="Montserrat Black"/>
                <a:sym typeface="Montserrat Black"/>
              </a:rPr>
              <a:t>ÁREA PARA ESCRITA DO TÍTULO QUE PODE SER MAIS LONGO OU MAIS CURTO. </a:t>
            </a:r>
            <a:endParaRPr sz="2700">
              <a:solidFill>
                <a:schemeClr val="lt1"/>
              </a:solidFill>
              <a:latin typeface="Montserrat Black"/>
              <a:ea typeface="Montserrat Black"/>
              <a:cs typeface="Montserrat Black"/>
              <a:sym typeface="Montserrat Black"/>
            </a:endParaRPr>
          </a:p>
          <a:p>
            <a:pPr indent="0" lvl="0" marL="0" rtl="0" algn="l">
              <a:spcBef>
                <a:spcPts val="0"/>
              </a:spcBef>
              <a:spcAft>
                <a:spcPts val="0"/>
              </a:spcAft>
              <a:buSzPts val="990"/>
              <a:buNone/>
            </a:pPr>
            <a:r>
              <a:t/>
            </a:r>
            <a:endParaRPr sz="2300">
              <a:solidFill>
                <a:schemeClr val="accent2"/>
              </a:solidFill>
              <a:latin typeface="Montserrat Black"/>
              <a:ea typeface="Montserrat Black"/>
              <a:cs typeface="Montserrat Black"/>
              <a:sym typeface="Montserrat Black"/>
            </a:endParaRPr>
          </a:p>
        </p:txBody>
      </p:sp>
      <p:sp>
        <p:nvSpPr>
          <p:cNvPr id="55" name="Google Shape;55;p13"/>
          <p:cNvSpPr txBox="1"/>
          <p:nvPr/>
        </p:nvSpPr>
        <p:spPr>
          <a:xfrm>
            <a:off x="2978200" y="3858573"/>
            <a:ext cx="3059400" cy="3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solidFill>
                  <a:srgbClr val="125E65"/>
                </a:solidFill>
                <a:latin typeface="Montserrat Medium"/>
                <a:ea typeface="Montserrat Medium"/>
                <a:cs typeface="Montserrat Medium"/>
                <a:sym typeface="Montserrat Medium"/>
              </a:rPr>
              <a:t>Apresentado por:</a:t>
            </a:r>
            <a:endParaRPr>
              <a:solidFill>
                <a:srgbClr val="125E65"/>
              </a:solidFill>
              <a:latin typeface="Montserrat Medium"/>
              <a:ea typeface="Montserrat Medium"/>
              <a:cs typeface="Montserrat Medium"/>
              <a:sym typeface="Montserrat Medium"/>
            </a:endParaRPr>
          </a:p>
        </p:txBody>
      </p:sp>
      <p:sp>
        <p:nvSpPr>
          <p:cNvPr id="56" name="Google Shape;56;p13"/>
          <p:cNvSpPr txBox="1"/>
          <p:nvPr/>
        </p:nvSpPr>
        <p:spPr>
          <a:xfrm>
            <a:off x="2970798" y="4214166"/>
            <a:ext cx="3813300" cy="3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500">
                <a:solidFill>
                  <a:schemeClr val="lt1"/>
                </a:solidFill>
                <a:latin typeface="Montserrat SemiBold"/>
                <a:ea typeface="Montserrat SemiBold"/>
                <a:cs typeface="Montserrat SemiBold"/>
                <a:sym typeface="Montserrat SemiBold"/>
              </a:rPr>
              <a:t>Fulano Sobrenome de Sobrenome</a:t>
            </a:r>
            <a:endParaRPr sz="1500">
              <a:solidFill>
                <a:schemeClr val="lt1"/>
              </a:solidFill>
              <a:latin typeface="Montserrat SemiBold"/>
              <a:ea typeface="Montserrat SemiBold"/>
              <a:cs typeface="Montserrat SemiBold"/>
              <a:sym typeface="Montserrat SemiBold"/>
            </a:endParaRPr>
          </a:p>
        </p:txBody>
      </p:sp>
      <p:sp>
        <p:nvSpPr>
          <p:cNvPr id="57" name="Google Shape;57;p13"/>
          <p:cNvSpPr txBox="1"/>
          <p:nvPr/>
        </p:nvSpPr>
        <p:spPr>
          <a:xfrm>
            <a:off x="558900" y="3868325"/>
            <a:ext cx="1192500" cy="2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900" u="sng">
                <a:solidFill>
                  <a:schemeClr val="hlink"/>
                </a:solidFill>
                <a:latin typeface="Comfortaa"/>
                <a:ea typeface="Comfortaa"/>
                <a:cs typeface="Comfortaa"/>
                <a:sym typeface="Comfortaa"/>
                <a:hlinkClick r:id="rId4"/>
              </a:rPr>
              <a:t>cefor.ifes.edu.br</a:t>
            </a:r>
            <a:endParaRPr b="1" sz="900">
              <a:latin typeface="Comfortaa"/>
              <a:ea typeface="Comfortaa"/>
              <a:cs typeface="Comfortaa"/>
              <a:sym typeface="Comfortaa"/>
            </a:endParaRPr>
          </a:p>
        </p:txBody>
      </p:sp>
      <p:sp>
        <p:nvSpPr>
          <p:cNvPr id="58" name="Google Shape;58;p13"/>
          <p:cNvSpPr txBox="1"/>
          <p:nvPr/>
        </p:nvSpPr>
        <p:spPr>
          <a:xfrm>
            <a:off x="565875" y="4336164"/>
            <a:ext cx="884100" cy="2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900" u="sng">
                <a:solidFill>
                  <a:schemeClr val="hlink"/>
                </a:solidFill>
                <a:latin typeface="Comfortaa"/>
                <a:ea typeface="Comfortaa"/>
                <a:cs typeface="Comfortaa"/>
                <a:sym typeface="Comfortaa"/>
                <a:hlinkClick r:id="rId5"/>
              </a:rPr>
              <a:t>@ifescefor</a:t>
            </a:r>
            <a:endParaRPr b="1" sz="900">
              <a:latin typeface="Comfortaa"/>
              <a:ea typeface="Comfortaa"/>
              <a:cs typeface="Comfortaa"/>
              <a:sym typeface="Comfortaa"/>
            </a:endParaRPr>
          </a:p>
          <a:p>
            <a:pPr indent="0" lvl="0" marL="0" rtl="0" algn="l">
              <a:spcBef>
                <a:spcPts val="0"/>
              </a:spcBef>
              <a:spcAft>
                <a:spcPts val="0"/>
              </a:spcAft>
              <a:buNone/>
            </a:pPr>
            <a:r>
              <a:t/>
            </a:r>
            <a:endParaRPr b="1" sz="1100">
              <a:latin typeface="Comfortaa"/>
              <a:ea typeface="Comfortaa"/>
              <a:cs typeface="Comfortaa"/>
              <a:sym typeface="Comfortaa"/>
            </a:endParaRPr>
          </a:p>
        </p:txBody>
      </p:sp>
      <p:sp>
        <p:nvSpPr>
          <p:cNvPr id="59" name="Google Shape;59;p13"/>
          <p:cNvSpPr txBox="1"/>
          <p:nvPr/>
        </p:nvSpPr>
        <p:spPr>
          <a:xfrm>
            <a:off x="563950" y="4089586"/>
            <a:ext cx="992400" cy="2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900" u="sng">
                <a:solidFill>
                  <a:schemeClr val="hlink"/>
                </a:solidFill>
                <a:latin typeface="Comfortaa"/>
                <a:ea typeface="Comfortaa"/>
                <a:cs typeface="Comfortaa"/>
                <a:sym typeface="Comfortaa"/>
                <a:hlinkClick r:id="rId6"/>
              </a:rPr>
              <a:t>@ifescefor</a:t>
            </a:r>
            <a:endParaRPr b="1" sz="900">
              <a:latin typeface="Comfortaa"/>
              <a:ea typeface="Comfortaa"/>
              <a:cs typeface="Comfortaa"/>
              <a:sym typeface="Comfortaa"/>
            </a:endParaRPr>
          </a:p>
          <a:p>
            <a:pPr indent="0" lvl="0" marL="0" rtl="0" algn="l">
              <a:spcBef>
                <a:spcPts val="0"/>
              </a:spcBef>
              <a:spcAft>
                <a:spcPts val="0"/>
              </a:spcAft>
              <a:buNone/>
            </a:pPr>
            <a:r>
              <a:t/>
            </a:r>
            <a:endParaRPr b="1" sz="1100">
              <a:latin typeface="Comfortaa"/>
              <a:ea typeface="Comfortaa"/>
              <a:cs typeface="Comfortaa"/>
              <a:sym typeface="Comforta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 name="Shape 63"/>
        <p:cNvGrpSpPr/>
        <p:nvPr/>
      </p:nvGrpSpPr>
      <p:grpSpPr>
        <a:xfrm>
          <a:off x="0" y="0"/>
          <a:ext cx="0" cy="0"/>
          <a:chOff x="0" y="0"/>
          <a:chExt cx="0" cy="0"/>
        </a:xfrm>
      </p:grpSpPr>
      <p:sp>
        <p:nvSpPr>
          <p:cNvPr id="64" name="Google Shape;64;p14"/>
          <p:cNvSpPr txBox="1"/>
          <p:nvPr/>
        </p:nvSpPr>
        <p:spPr>
          <a:xfrm>
            <a:off x="243875" y="2174000"/>
            <a:ext cx="2727000" cy="157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700">
                <a:solidFill>
                  <a:srgbClr val="343434"/>
                </a:solidFill>
                <a:latin typeface="Montserrat ExtraBold"/>
                <a:ea typeface="Montserrat ExtraBold"/>
                <a:cs typeface="Montserrat ExtraBold"/>
                <a:sym typeface="Montserrat ExtraBold"/>
              </a:rPr>
              <a:t>TÍTULO DO ASSUNTO, </a:t>
            </a:r>
            <a:endParaRPr sz="1700">
              <a:solidFill>
                <a:srgbClr val="343434"/>
              </a:solidFill>
              <a:latin typeface="Montserrat ExtraBold"/>
              <a:ea typeface="Montserrat ExtraBold"/>
              <a:cs typeface="Montserrat ExtraBold"/>
              <a:sym typeface="Montserrat ExtraBold"/>
            </a:endParaRPr>
          </a:p>
          <a:p>
            <a:pPr indent="0" lvl="0" marL="0" rtl="0" algn="l">
              <a:spcBef>
                <a:spcPts val="0"/>
              </a:spcBef>
              <a:spcAft>
                <a:spcPts val="0"/>
              </a:spcAft>
              <a:buNone/>
            </a:pPr>
            <a:r>
              <a:rPr lang="pt-BR" sz="1700">
                <a:solidFill>
                  <a:srgbClr val="343434"/>
                </a:solidFill>
                <a:latin typeface="Montserrat ExtraBold"/>
                <a:ea typeface="Montserrat ExtraBold"/>
                <a:cs typeface="Montserrat ExtraBold"/>
                <a:sym typeface="Montserrat ExtraBold"/>
              </a:rPr>
              <a:t>PODENDO SER MAIS </a:t>
            </a:r>
            <a:endParaRPr sz="1700">
              <a:solidFill>
                <a:srgbClr val="343434"/>
              </a:solidFill>
              <a:latin typeface="Montserrat ExtraBold"/>
              <a:ea typeface="Montserrat ExtraBold"/>
              <a:cs typeface="Montserrat ExtraBold"/>
              <a:sym typeface="Montserrat ExtraBold"/>
            </a:endParaRPr>
          </a:p>
          <a:p>
            <a:pPr indent="0" lvl="0" marL="0" rtl="0" algn="l">
              <a:spcBef>
                <a:spcPts val="0"/>
              </a:spcBef>
              <a:spcAft>
                <a:spcPts val="0"/>
              </a:spcAft>
              <a:buNone/>
            </a:pPr>
            <a:r>
              <a:rPr lang="pt-BR" sz="1700">
                <a:solidFill>
                  <a:srgbClr val="343434"/>
                </a:solidFill>
                <a:latin typeface="Montserrat ExtraBold"/>
                <a:ea typeface="Montserrat ExtraBold"/>
                <a:cs typeface="Montserrat ExtraBold"/>
                <a:sym typeface="Montserrat ExtraBold"/>
              </a:rPr>
              <a:t>LONGO OU CURTO</a:t>
            </a:r>
            <a:endParaRPr sz="1700">
              <a:solidFill>
                <a:srgbClr val="343434"/>
              </a:solidFill>
              <a:latin typeface="Montserrat ExtraBold"/>
              <a:ea typeface="Montserrat ExtraBold"/>
              <a:cs typeface="Montserrat ExtraBold"/>
              <a:sym typeface="Montserrat ExtraBold"/>
            </a:endParaRPr>
          </a:p>
        </p:txBody>
      </p:sp>
      <p:sp>
        <p:nvSpPr>
          <p:cNvPr id="65" name="Google Shape;65;p14"/>
          <p:cNvSpPr txBox="1"/>
          <p:nvPr/>
        </p:nvSpPr>
        <p:spPr>
          <a:xfrm>
            <a:off x="3480725" y="401853"/>
            <a:ext cx="5283900" cy="42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2000">
                <a:solidFill>
                  <a:srgbClr val="343434"/>
                </a:solidFill>
                <a:latin typeface="Montserrat Medium"/>
                <a:ea typeface="Montserrat Medium"/>
                <a:cs typeface="Montserrat Medium"/>
                <a:sym typeface="Montserrat Medium"/>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a:t>
            </a:r>
            <a:endParaRPr sz="2000">
              <a:solidFill>
                <a:srgbClr val="343434"/>
              </a:solidFill>
              <a:latin typeface="Montserrat Medium"/>
              <a:ea typeface="Montserrat Medium"/>
              <a:cs typeface="Montserrat Medium"/>
              <a:sym typeface="Montserrat Medium"/>
            </a:endParaRPr>
          </a:p>
          <a:p>
            <a:pPr indent="0" lvl="0" marL="0" rtl="0" algn="l">
              <a:spcBef>
                <a:spcPts val="0"/>
              </a:spcBef>
              <a:spcAft>
                <a:spcPts val="0"/>
              </a:spcAft>
              <a:buClr>
                <a:schemeClr val="dk1"/>
              </a:buClr>
              <a:buSzPts val="1100"/>
              <a:buFont typeface="Arial"/>
              <a:buNone/>
            </a:pPr>
            <a:r>
              <a:t/>
            </a:r>
            <a:endParaRPr sz="1900">
              <a:solidFill>
                <a:srgbClr val="343434"/>
              </a:solidFill>
              <a:latin typeface="Montserrat Medium"/>
              <a:ea typeface="Montserrat Medium"/>
              <a:cs typeface="Montserrat Medium"/>
              <a:sym typeface="Montserra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 name="Shape 69"/>
        <p:cNvGrpSpPr/>
        <p:nvPr/>
      </p:nvGrpSpPr>
      <p:grpSpPr>
        <a:xfrm>
          <a:off x="0" y="0"/>
          <a:ext cx="0" cy="0"/>
          <a:chOff x="0" y="0"/>
          <a:chExt cx="0" cy="0"/>
        </a:xfrm>
      </p:grpSpPr>
      <p:sp>
        <p:nvSpPr>
          <p:cNvPr id="70" name="Google Shape;70;p15"/>
          <p:cNvSpPr txBox="1"/>
          <p:nvPr/>
        </p:nvSpPr>
        <p:spPr>
          <a:xfrm>
            <a:off x="243875" y="2174000"/>
            <a:ext cx="2727000" cy="157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700">
                <a:solidFill>
                  <a:srgbClr val="343434"/>
                </a:solidFill>
                <a:latin typeface="Montserrat ExtraBold"/>
                <a:ea typeface="Montserrat ExtraBold"/>
                <a:cs typeface="Montserrat ExtraBold"/>
                <a:sym typeface="Montserrat ExtraBold"/>
              </a:rPr>
              <a:t>TÍTULO DO ASSUNTO, </a:t>
            </a:r>
            <a:endParaRPr sz="1700">
              <a:solidFill>
                <a:srgbClr val="343434"/>
              </a:solidFill>
              <a:latin typeface="Montserrat ExtraBold"/>
              <a:ea typeface="Montserrat ExtraBold"/>
              <a:cs typeface="Montserrat ExtraBold"/>
              <a:sym typeface="Montserrat ExtraBold"/>
            </a:endParaRPr>
          </a:p>
          <a:p>
            <a:pPr indent="0" lvl="0" marL="0" rtl="0" algn="l">
              <a:spcBef>
                <a:spcPts val="0"/>
              </a:spcBef>
              <a:spcAft>
                <a:spcPts val="0"/>
              </a:spcAft>
              <a:buNone/>
            </a:pPr>
            <a:r>
              <a:rPr lang="pt-BR" sz="1700">
                <a:solidFill>
                  <a:srgbClr val="343434"/>
                </a:solidFill>
                <a:latin typeface="Montserrat ExtraBold"/>
                <a:ea typeface="Montserrat ExtraBold"/>
                <a:cs typeface="Montserrat ExtraBold"/>
                <a:sym typeface="Montserrat ExtraBold"/>
              </a:rPr>
              <a:t>PODENDO SER MAIS </a:t>
            </a:r>
            <a:endParaRPr sz="1700">
              <a:solidFill>
                <a:srgbClr val="343434"/>
              </a:solidFill>
              <a:latin typeface="Montserrat ExtraBold"/>
              <a:ea typeface="Montserrat ExtraBold"/>
              <a:cs typeface="Montserrat ExtraBold"/>
              <a:sym typeface="Montserrat ExtraBold"/>
            </a:endParaRPr>
          </a:p>
          <a:p>
            <a:pPr indent="0" lvl="0" marL="0" rtl="0" algn="l">
              <a:spcBef>
                <a:spcPts val="0"/>
              </a:spcBef>
              <a:spcAft>
                <a:spcPts val="0"/>
              </a:spcAft>
              <a:buNone/>
            </a:pPr>
            <a:r>
              <a:rPr lang="pt-BR" sz="1700">
                <a:solidFill>
                  <a:srgbClr val="343434"/>
                </a:solidFill>
                <a:latin typeface="Montserrat ExtraBold"/>
                <a:ea typeface="Montserrat ExtraBold"/>
                <a:cs typeface="Montserrat ExtraBold"/>
                <a:sym typeface="Montserrat ExtraBold"/>
              </a:rPr>
              <a:t>LONGO OU CURTO</a:t>
            </a:r>
            <a:endParaRPr sz="1700">
              <a:solidFill>
                <a:srgbClr val="343434"/>
              </a:solidFill>
              <a:latin typeface="Montserrat ExtraBold"/>
              <a:ea typeface="Montserrat ExtraBold"/>
              <a:cs typeface="Montserrat ExtraBold"/>
              <a:sym typeface="Montserrat ExtraBold"/>
            </a:endParaRPr>
          </a:p>
        </p:txBody>
      </p:sp>
      <p:sp>
        <p:nvSpPr>
          <p:cNvPr id="71" name="Google Shape;71;p15"/>
          <p:cNvSpPr/>
          <p:nvPr/>
        </p:nvSpPr>
        <p:spPr>
          <a:xfrm>
            <a:off x="3326425" y="456600"/>
            <a:ext cx="5436000" cy="423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imagem/vídeo</a:t>
            </a:r>
            <a:endParaRPr/>
          </a:p>
        </p:txBody>
      </p:sp>
      <p:sp>
        <p:nvSpPr>
          <p:cNvPr id="72" name="Google Shape;72;p15"/>
          <p:cNvSpPr txBox="1"/>
          <p:nvPr/>
        </p:nvSpPr>
        <p:spPr>
          <a:xfrm>
            <a:off x="3325675" y="4649005"/>
            <a:ext cx="33336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solidFill>
                  <a:srgbClr val="595959"/>
                </a:solidFill>
                <a:latin typeface="Montserrat Light"/>
                <a:ea typeface="Montserrat Light"/>
                <a:cs typeface="Montserrat Light"/>
                <a:sym typeface="Montserrat Light"/>
              </a:rPr>
              <a:t>Fonte: do autor </a:t>
            </a:r>
            <a:endParaRPr sz="1000">
              <a:solidFill>
                <a:srgbClr val="595959"/>
              </a:solidFill>
              <a:latin typeface="Montserrat Light"/>
              <a:ea typeface="Montserrat Light"/>
              <a:cs typeface="Montserrat Light"/>
              <a:sym typeface="Montserrat Light"/>
            </a:endParaRPr>
          </a:p>
        </p:txBody>
      </p:sp>
      <p:sp>
        <p:nvSpPr>
          <p:cNvPr id="73" name="Google Shape;73;p15"/>
          <p:cNvSpPr txBox="1"/>
          <p:nvPr/>
        </p:nvSpPr>
        <p:spPr>
          <a:xfrm>
            <a:off x="3337327" y="159023"/>
            <a:ext cx="33336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solidFill>
                  <a:srgbClr val="595959"/>
                </a:solidFill>
                <a:latin typeface="Montserrat Light"/>
                <a:ea typeface="Montserrat Light"/>
                <a:cs typeface="Montserrat Light"/>
                <a:sym typeface="Montserrat Light"/>
              </a:rPr>
              <a:t>Legenda: kasjhcaqh</a:t>
            </a:r>
            <a:endParaRPr sz="1000">
              <a:solidFill>
                <a:srgbClr val="595959"/>
              </a:solidFill>
              <a:latin typeface="Montserrat Light"/>
              <a:ea typeface="Montserrat Light"/>
              <a:cs typeface="Montserrat Light"/>
              <a:sym typeface="Montserrat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 name="Shape 77"/>
        <p:cNvGrpSpPr/>
        <p:nvPr/>
      </p:nvGrpSpPr>
      <p:grpSpPr>
        <a:xfrm>
          <a:off x="0" y="0"/>
          <a:ext cx="0" cy="0"/>
          <a:chOff x="0" y="0"/>
          <a:chExt cx="0" cy="0"/>
        </a:xfrm>
      </p:grpSpPr>
      <p:sp>
        <p:nvSpPr>
          <p:cNvPr id="78" name="Google Shape;78;p16"/>
          <p:cNvSpPr txBox="1"/>
          <p:nvPr/>
        </p:nvSpPr>
        <p:spPr>
          <a:xfrm>
            <a:off x="243875" y="2174000"/>
            <a:ext cx="2812800" cy="1574100"/>
          </a:xfrm>
          <a:prstGeom prst="rect">
            <a:avLst/>
          </a:prstGeom>
          <a:noFill/>
          <a:ln>
            <a:noFill/>
          </a:ln>
          <a:effectLst>
            <a:outerShdw blurRad="85725" rotWithShape="0" algn="bl" dir="5400000" dist="19050">
              <a:srgbClr val="134F5C">
                <a:alpha val="62999"/>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pt-BR" sz="1800">
                <a:solidFill>
                  <a:schemeClr val="lt1"/>
                </a:solidFill>
                <a:latin typeface="Montserrat ExtraBold"/>
                <a:ea typeface="Montserrat ExtraBold"/>
                <a:cs typeface="Montserrat ExtraBold"/>
                <a:sym typeface="Montserrat ExtraBold"/>
              </a:rPr>
              <a:t>TÍTULO DO ASSUNTO, </a:t>
            </a:r>
            <a:endParaRPr sz="18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None/>
            </a:pPr>
            <a:r>
              <a:rPr lang="pt-BR" sz="1800">
                <a:solidFill>
                  <a:schemeClr val="lt1"/>
                </a:solidFill>
                <a:latin typeface="Montserrat ExtraBold"/>
                <a:ea typeface="Montserrat ExtraBold"/>
                <a:cs typeface="Montserrat ExtraBold"/>
                <a:sym typeface="Montserrat ExtraBold"/>
              </a:rPr>
              <a:t>PODENDO SER MAIS </a:t>
            </a:r>
            <a:endParaRPr sz="18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None/>
            </a:pPr>
            <a:r>
              <a:rPr lang="pt-BR" sz="1800">
                <a:solidFill>
                  <a:schemeClr val="lt1"/>
                </a:solidFill>
                <a:latin typeface="Montserrat ExtraBold"/>
                <a:ea typeface="Montserrat ExtraBold"/>
                <a:cs typeface="Montserrat ExtraBold"/>
                <a:sym typeface="Montserrat ExtraBold"/>
              </a:rPr>
              <a:t>LONGO OU CURTO</a:t>
            </a:r>
            <a:endParaRPr sz="1800">
              <a:solidFill>
                <a:schemeClr val="lt1"/>
              </a:solidFill>
              <a:latin typeface="Montserrat ExtraBold"/>
              <a:ea typeface="Montserrat ExtraBold"/>
              <a:cs typeface="Montserrat ExtraBold"/>
              <a:sym typeface="Montserrat ExtraBold"/>
            </a:endParaRPr>
          </a:p>
        </p:txBody>
      </p:sp>
      <p:sp>
        <p:nvSpPr>
          <p:cNvPr id="79" name="Google Shape;79;p16"/>
          <p:cNvSpPr txBox="1"/>
          <p:nvPr/>
        </p:nvSpPr>
        <p:spPr>
          <a:xfrm>
            <a:off x="3480725" y="401853"/>
            <a:ext cx="5283900" cy="42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2000">
                <a:solidFill>
                  <a:srgbClr val="343434"/>
                </a:solidFill>
                <a:latin typeface="Montserrat Medium"/>
                <a:ea typeface="Montserrat Medium"/>
                <a:cs typeface="Montserrat Medium"/>
                <a:sym typeface="Montserrat Medium"/>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a:t>
            </a:r>
            <a:endParaRPr sz="2000">
              <a:solidFill>
                <a:srgbClr val="343434"/>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sz="1700">
              <a:solidFill>
                <a:srgbClr val="343434"/>
              </a:solidFill>
              <a:latin typeface="Montserrat Medium"/>
              <a:ea typeface="Montserrat Medium"/>
              <a:cs typeface="Montserrat Medium"/>
              <a:sym typeface="Montserrat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7"/>
          <p:cNvSpPr txBox="1"/>
          <p:nvPr/>
        </p:nvSpPr>
        <p:spPr>
          <a:xfrm>
            <a:off x="243875" y="2174000"/>
            <a:ext cx="2812800" cy="1574100"/>
          </a:xfrm>
          <a:prstGeom prst="rect">
            <a:avLst/>
          </a:prstGeom>
          <a:noFill/>
          <a:ln>
            <a:noFill/>
          </a:ln>
          <a:effectLst>
            <a:outerShdw blurRad="85725" rotWithShape="0" algn="bl" dir="5400000" dist="19050">
              <a:srgbClr val="134F5C">
                <a:alpha val="62999"/>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pt-BR" sz="1800">
                <a:solidFill>
                  <a:schemeClr val="lt1"/>
                </a:solidFill>
                <a:latin typeface="Montserrat ExtraBold"/>
                <a:ea typeface="Montserrat ExtraBold"/>
                <a:cs typeface="Montserrat ExtraBold"/>
                <a:sym typeface="Montserrat ExtraBold"/>
              </a:rPr>
              <a:t>TÍTULO DO ASSUNTO, </a:t>
            </a:r>
            <a:endParaRPr sz="18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None/>
            </a:pPr>
            <a:r>
              <a:rPr lang="pt-BR" sz="1800">
                <a:solidFill>
                  <a:schemeClr val="lt1"/>
                </a:solidFill>
                <a:latin typeface="Montserrat ExtraBold"/>
                <a:ea typeface="Montserrat ExtraBold"/>
                <a:cs typeface="Montserrat ExtraBold"/>
                <a:sym typeface="Montserrat ExtraBold"/>
              </a:rPr>
              <a:t>PODENDO SER MAIS </a:t>
            </a:r>
            <a:endParaRPr sz="18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None/>
            </a:pPr>
            <a:r>
              <a:rPr lang="pt-BR" sz="1800">
                <a:solidFill>
                  <a:schemeClr val="lt1"/>
                </a:solidFill>
                <a:latin typeface="Montserrat ExtraBold"/>
                <a:ea typeface="Montserrat ExtraBold"/>
                <a:cs typeface="Montserrat ExtraBold"/>
                <a:sym typeface="Montserrat ExtraBold"/>
              </a:rPr>
              <a:t>LONGO OU CURTO</a:t>
            </a:r>
            <a:endParaRPr sz="1800">
              <a:solidFill>
                <a:schemeClr val="lt1"/>
              </a:solidFill>
              <a:latin typeface="Montserrat ExtraBold"/>
              <a:ea typeface="Montserrat ExtraBold"/>
              <a:cs typeface="Montserrat ExtraBold"/>
              <a:sym typeface="Montserrat ExtraBold"/>
            </a:endParaRPr>
          </a:p>
        </p:txBody>
      </p:sp>
      <p:sp>
        <p:nvSpPr>
          <p:cNvPr id="85" name="Google Shape;85;p17"/>
          <p:cNvSpPr/>
          <p:nvPr/>
        </p:nvSpPr>
        <p:spPr>
          <a:xfrm>
            <a:off x="3326425" y="456600"/>
            <a:ext cx="5436000" cy="423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imagem/vídeo</a:t>
            </a:r>
            <a:endParaRPr/>
          </a:p>
        </p:txBody>
      </p:sp>
      <p:sp>
        <p:nvSpPr>
          <p:cNvPr id="86" name="Google Shape;86;p17"/>
          <p:cNvSpPr txBox="1"/>
          <p:nvPr/>
        </p:nvSpPr>
        <p:spPr>
          <a:xfrm>
            <a:off x="3325675" y="4649005"/>
            <a:ext cx="33336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solidFill>
                  <a:srgbClr val="595959"/>
                </a:solidFill>
                <a:latin typeface="Montserrat Light"/>
                <a:ea typeface="Montserrat Light"/>
                <a:cs typeface="Montserrat Light"/>
                <a:sym typeface="Montserrat Light"/>
              </a:rPr>
              <a:t>Fonte: do autor </a:t>
            </a:r>
            <a:endParaRPr sz="1000">
              <a:solidFill>
                <a:srgbClr val="595959"/>
              </a:solidFill>
              <a:latin typeface="Montserrat Light"/>
              <a:ea typeface="Montserrat Light"/>
              <a:cs typeface="Montserrat Light"/>
              <a:sym typeface="Montserrat Light"/>
            </a:endParaRPr>
          </a:p>
        </p:txBody>
      </p:sp>
      <p:sp>
        <p:nvSpPr>
          <p:cNvPr id="87" name="Google Shape;87;p17"/>
          <p:cNvSpPr txBox="1"/>
          <p:nvPr/>
        </p:nvSpPr>
        <p:spPr>
          <a:xfrm>
            <a:off x="3337327" y="159023"/>
            <a:ext cx="33336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solidFill>
                  <a:srgbClr val="595959"/>
                </a:solidFill>
                <a:latin typeface="Montserrat Light"/>
                <a:ea typeface="Montserrat Light"/>
                <a:cs typeface="Montserrat Light"/>
                <a:sym typeface="Montserrat Light"/>
              </a:rPr>
              <a:t>Legenda: kasjhcaqh</a:t>
            </a:r>
            <a:endParaRPr sz="1000">
              <a:solidFill>
                <a:srgbClr val="595959"/>
              </a:solidFill>
              <a:latin typeface="Montserrat Light"/>
              <a:ea typeface="Montserrat Light"/>
              <a:cs typeface="Montserrat Light"/>
              <a:sym typeface="Montserrat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 name="Shape 91"/>
        <p:cNvGrpSpPr/>
        <p:nvPr/>
      </p:nvGrpSpPr>
      <p:grpSpPr>
        <a:xfrm>
          <a:off x="0" y="0"/>
          <a:ext cx="0" cy="0"/>
          <a:chOff x="0" y="0"/>
          <a:chExt cx="0" cy="0"/>
        </a:xfrm>
      </p:grpSpPr>
      <p:sp>
        <p:nvSpPr>
          <p:cNvPr id="92" name="Google Shape;92;p18"/>
          <p:cNvSpPr txBox="1"/>
          <p:nvPr/>
        </p:nvSpPr>
        <p:spPr>
          <a:xfrm>
            <a:off x="243875" y="2174000"/>
            <a:ext cx="2727000" cy="157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700">
                <a:solidFill>
                  <a:srgbClr val="343434"/>
                </a:solidFill>
                <a:latin typeface="Montserrat ExtraBold"/>
                <a:ea typeface="Montserrat ExtraBold"/>
                <a:cs typeface="Montserrat ExtraBold"/>
                <a:sym typeface="Montserrat ExtraBold"/>
              </a:rPr>
              <a:t>TÍTULO DO ASSUNTO, </a:t>
            </a:r>
            <a:endParaRPr sz="1700">
              <a:solidFill>
                <a:srgbClr val="343434"/>
              </a:solidFill>
              <a:latin typeface="Montserrat ExtraBold"/>
              <a:ea typeface="Montserrat ExtraBold"/>
              <a:cs typeface="Montserrat ExtraBold"/>
              <a:sym typeface="Montserrat ExtraBold"/>
            </a:endParaRPr>
          </a:p>
          <a:p>
            <a:pPr indent="0" lvl="0" marL="0" rtl="0" algn="l">
              <a:spcBef>
                <a:spcPts val="0"/>
              </a:spcBef>
              <a:spcAft>
                <a:spcPts val="0"/>
              </a:spcAft>
              <a:buNone/>
            </a:pPr>
            <a:r>
              <a:rPr lang="pt-BR" sz="1700">
                <a:solidFill>
                  <a:srgbClr val="343434"/>
                </a:solidFill>
                <a:latin typeface="Montserrat ExtraBold"/>
                <a:ea typeface="Montserrat ExtraBold"/>
                <a:cs typeface="Montserrat ExtraBold"/>
                <a:sym typeface="Montserrat ExtraBold"/>
              </a:rPr>
              <a:t>PODENDO SER MAIS </a:t>
            </a:r>
            <a:endParaRPr sz="1700">
              <a:solidFill>
                <a:srgbClr val="343434"/>
              </a:solidFill>
              <a:latin typeface="Montserrat ExtraBold"/>
              <a:ea typeface="Montserrat ExtraBold"/>
              <a:cs typeface="Montserrat ExtraBold"/>
              <a:sym typeface="Montserrat ExtraBold"/>
            </a:endParaRPr>
          </a:p>
          <a:p>
            <a:pPr indent="0" lvl="0" marL="0" rtl="0" algn="l">
              <a:spcBef>
                <a:spcPts val="0"/>
              </a:spcBef>
              <a:spcAft>
                <a:spcPts val="0"/>
              </a:spcAft>
              <a:buNone/>
            </a:pPr>
            <a:r>
              <a:rPr lang="pt-BR" sz="1700">
                <a:solidFill>
                  <a:srgbClr val="343434"/>
                </a:solidFill>
                <a:latin typeface="Montserrat ExtraBold"/>
                <a:ea typeface="Montserrat ExtraBold"/>
                <a:cs typeface="Montserrat ExtraBold"/>
                <a:sym typeface="Montserrat ExtraBold"/>
              </a:rPr>
              <a:t>LONGO OU CURTO</a:t>
            </a:r>
            <a:endParaRPr sz="1700">
              <a:solidFill>
                <a:srgbClr val="343434"/>
              </a:solidFill>
              <a:latin typeface="Montserrat ExtraBold"/>
              <a:ea typeface="Montserrat ExtraBold"/>
              <a:cs typeface="Montserrat ExtraBold"/>
              <a:sym typeface="Montserrat ExtraBold"/>
            </a:endParaRPr>
          </a:p>
        </p:txBody>
      </p:sp>
      <p:sp>
        <p:nvSpPr>
          <p:cNvPr id="93" name="Google Shape;93;p18"/>
          <p:cNvSpPr txBox="1"/>
          <p:nvPr/>
        </p:nvSpPr>
        <p:spPr>
          <a:xfrm>
            <a:off x="3665475" y="404975"/>
            <a:ext cx="4966200" cy="430200"/>
          </a:xfrm>
          <a:prstGeom prst="rect">
            <a:avLst/>
          </a:prstGeom>
          <a:noFill/>
          <a:ln>
            <a:noFill/>
          </a:ln>
          <a:effectLst>
            <a:outerShdw blurRad="85725" rotWithShape="0" algn="bl" dir="5400000" dist="19050">
              <a:srgbClr val="134F5C">
                <a:alpha val="62999"/>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pt-BR" sz="1900">
                <a:solidFill>
                  <a:schemeClr val="lt1"/>
                </a:solidFill>
                <a:latin typeface="Montserrat ExtraBold"/>
                <a:ea typeface="Montserrat ExtraBold"/>
                <a:cs typeface="Montserrat ExtraBold"/>
                <a:sym typeface="Montserrat ExtraBold"/>
              </a:rPr>
              <a:t>S</a:t>
            </a:r>
            <a:r>
              <a:rPr lang="pt-BR" sz="1900">
                <a:solidFill>
                  <a:schemeClr val="lt1"/>
                </a:solidFill>
                <a:latin typeface="Montserrat ExtraBold"/>
                <a:ea typeface="Montserrat ExtraBold"/>
                <a:cs typeface="Montserrat ExtraBold"/>
                <a:sym typeface="Montserrat ExtraBold"/>
              </a:rPr>
              <a:t>ubtítulo</a:t>
            </a:r>
            <a:endParaRPr sz="1900">
              <a:solidFill>
                <a:schemeClr val="lt1"/>
              </a:solidFill>
              <a:latin typeface="Montserrat ExtraBold"/>
              <a:ea typeface="Montserrat ExtraBold"/>
              <a:cs typeface="Montserrat ExtraBold"/>
              <a:sym typeface="Montserrat ExtraBold"/>
            </a:endParaRPr>
          </a:p>
        </p:txBody>
      </p:sp>
      <p:sp>
        <p:nvSpPr>
          <p:cNvPr id="94" name="Google Shape;94;p18"/>
          <p:cNvSpPr txBox="1"/>
          <p:nvPr/>
        </p:nvSpPr>
        <p:spPr>
          <a:xfrm>
            <a:off x="3480725" y="1224453"/>
            <a:ext cx="5283900" cy="33996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343434"/>
              </a:buClr>
              <a:buSzPts val="2000"/>
              <a:buFont typeface="Montserrat Medium"/>
              <a:buChar char="●"/>
            </a:pPr>
            <a:r>
              <a:rPr lang="pt-BR" sz="2000">
                <a:solidFill>
                  <a:srgbClr val="343434"/>
                </a:solidFill>
                <a:latin typeface="Montserrat Medium"/>
                <a:ea typeface="Montserrat Medium"/>
                <a:cs typeface="Montserrat Medium"/>
                <a:sym typeface="Montserrat Medium"/>
              </a:rPr>
              <a:t>Lorem ipsum dolor sit amet, consectetuer adipiscing elit, sed diam nonummy nibh euismod tincidunt ut laoreet dolore magna aliquam erat volutpat. </a:t>
            </a:r>
            <a:endParaRPr sz="2000">
              <a:solidFill>
                <a:srgbClr val="343434"/>
              </a:solidFill>
              <a:latin typeface="Montserrat Medium"/>
              <a:ea typeface="Montserrat Medium"/>
              <a:cs typeface="Montserrat Medium"/>
              <a:sym typeface="Montserrat Medium"/>
            </a:endParaRPr>
          </a:p>
          <a:p>
            <a:pPr indent="-355600" lvl="0" marL="457200" rtl="0" algn="l">
              <a:spcBef>
                <a:spcPts val="0"/>
              </a:spcBef>
              <a:spcAft>
                <a:spcPts val="0"/>
              </a:spcAft>
              <a:buClr>
                <a:srgbClr val="343434"/>
              </a:buClr>
              <a:buSzPts val="2000"/>
              <a:buFont typeface="Montserrat Medium"/>
              <a:buChar char="●"/>
            </a:pPr>
            <a:r>
              <a:rPr lang="pt-BR" sz="2000">
                <a:solidFill>
                  <a:srgbClr val="343434"/>
                </a:solidFill>
                <a:latin typeface="Montserrat Medium"/>
                <a:ea typeface="Montserrat Medium"/>
                <a:cs typeface="Montserrat Medium"/>
                <a:sym typeface="Montserrat Medium"/>
              </a:rPr>
              <a:t>Ut wisi enim ad minim veniam, quis nostrud exerci tation ullamcorper suscipit lobortis nisl ut aliquip ex ea commodo consequat. Duis autem vel eum.</a:t>
            </a:r>
            <a:endParaRPr sz="2000">
              <a:solidFill>
                <a:srgbClr val="343434"/>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sz="1700">
              <a:solidFill>
                <a:srgbClr val="343434"/>
              </a:solidFill>
              <a:latin typeface="Montserrat Medium"/>
              <a:ea typeface="Montserrat Medium"/>
              <a:cs typeface="Montserrat Medium"/>
              <a:sym typeface="Montserrat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 name="Shape 98"/>
        <p:cNvGrpSpPr/>
        <p:nvPr/>
      </p:nvGrpSpPr>
      <p:grpSpPr>
        <a:xfrm>
          <a:off x="0" y="0"/>
          <a:ext cx="0" cy="0"/>
          <a:chOff x="0" y="0"/>
          <a:chExt cx="0" cy="0"/>
        </a:xfrm>
      </p:grpSpPr>
      <p:sp>
        <p:nvSpPr>
          <p:cNvPr id="99" name="Google Shape;99;p19"/>
          <p:cNvSpPr txBox="1"/>
          <p:nvPr/>
        </p:nvSpPr>
        <p:spPr>
          <a:xfrm>
            <a:off x="843949" y="1115900"/>
            <a:ext cx="7972500" cy="32295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343434"/>
              </a:buClr>
              <a:buSzPts val="2000"/>
              <a:buFont typeface="Montserrat Medium"/>
              <a:buChar char="●"/>
            </a:pPr>
            <a:r>
              <a:rPr lang="pt-BR" sz="2000">
                <a:solidFill>
                  <a:srgbClr val="343434"/>
                </a:solidFill>
                <a:latin typeface="Montserrat Medium"/>
                <a:ea typeface="Montserrat Medium"/>
                <a:cs typeface="Montserrat Medium"/>
                <a:sym typeface="Montserrat Medium"/>
              </a:rPr>
              <a:t>Lorem ipsum dolor sit amet, consectetuer adipiscing elit, sed diam nonummy nibh euismod tincidunt ut laoreet dolore.</a:t>
            </a:r>
            <a:endParaRPr sz="2000">
              <a:solidFill>
                <a:srgbClr val="343434"/>
              </a:solidFill>
              <a:latin typeface="Montserrat Medium"/>
              <a:ea typeface="Montserrat Medium"/>
              <a:cs typeface="Montserrat Medium"/>
              <a:sym typeface="Montserrat Medium"/>
            </a:endParaRPr>
          </a:p>
          <a:p>
            <a:pPr indent="-355600" lvl="0" marL="457200" rtl="0" algn="l">
              <a:spcBef>
                <a:spcPts val="0"/>
              </a:spcBef>
              <a:spcAft>
                <a:spcPts val="0"/>
              </a:spcAft>
              <a:buClr>
                <a:srgbClr val="343434"/>
              </a:buClr>
              <a:buSzPts val="2000"/>
              <a:buFont typeface="Montserrat Medium"/>
              <a:buChar char="●"/>
            </a:pPr>
            <a:r>
              <a:rPr lang="pt-BR" sz="2000">
                <a:solidFill>
                  <a:srgbClr val="343434"/>
                </a:solidFill>
                <a:latin typeface="Montserrat Medium"/>
                <a:ea typeface="Montserrat Medium"/>
                <a:cs typeface="Montserrat Medium"/>
                <a:sym typeface="Montserrat Medium"/>
              </a:rPr>
              <a:t>Lorem ipsum dolor sit amet, consectetuer adipiscing elit, sed diam nonummy nibh euismod tincidunt ut laoreet dolore.</a:t>
            </a:r>
            <a:endParaRPr sz="2000">
              <a:solidFill>
                <a:srgbClr val="343434"/>
              </a:solidFill>
              <a:latin typeface="Montserrat Medium"/>
              <a:ea typeface="Montserrat Medium"/>
              <a:cs typeface="Montserrat Medium"/>
              <a:sym typeface="Montserrat Medium"/>
            </a:endParaRPr>
          </a:p>
          <a:p>
            <a:pPr indent="-355600" lvl="0" marL="457200" rtl="0" algn="l">
              <a:spcBef>
                <a:spcPts val="0"/>
              </a:spcBef>
              <a:spcAft>
                <a:spcPts val="0"/>
              </a:spcAft>
              <a:buClr>
                <a:srgbClr val="343434"/>
              </a:buClr>
              <a:buSzPts val="2000"/>
              <a:buFont typeface="Montserrat Medium"/>
              <a:buChar char="●"/>
            </a:pPr>
            <a:r>
              <a:rPr lang="pt-BR" sz="2000">
                <a:solidFill>
                  <a:srgbClr val="343434"/>
                </a:solidFill>
                <a:latin typeface="Montserrat Medium"/>
                <a:ea typeface="Montserrat Medium"/>
                <a:cs typeface="Montserrat Medium"/>
                <a:sym typeface="Montserrat Medium"/>
              </a:rPr>
              <a:t>Lorem ipsum dolor sit amet, consectetuer adipiscing elit, sed diam nonummy nibh euismod tincidunt ut laoreet dolore.</a:t>
            </a:r>
            <a:endParaRPr sz="2000">
              <a:solidFill>
                <a:srgbClr val="343434"/>
              </a:solidFill>
              <a:latin typeface="Montserrat Medium"/>
              <a:ea typeface="Montserrat Medium"/>
              <a:cs typeface="Montserrat Medium"/>
              <a:sym typeface="Montserrat Medium"/>
            </a:endParaRPr>
          </a:p>
          <a:p>
            <a:pPr indent="0" lvl="0" marL="457200" rtl="0" algn="l">
              <a:spcBef>
                <a:spcPts val="0"/>
              </a:spcBef>
              <a:spcAft>
                <a:spcPts val="0"/>
              </a:spcAft>
              <a:buNone/>
            </a:pPr>
            <a:r>
              <a:t/>
            </a:r>
            <a:endParaRPr sz="1600">
              <a:solidFill>
                <a:srgbClr val="343434"/>
              </a:solidFill>
              <a:latin typeface="Montserrat Medium"/>
              <a:ea typeface="Montserrat Medium"/>
              <a:cs typeface="Montserrat Medium"/>
              <a:sym typeface="Montserrat Medium"/>
            </a:endParaRPr>
          </a:p>
        </p:txBody>
      </p:sp>
      <p:sp>
        <p:nvSpPr>
          <p:cNvPr id="100" name="Google Shape;100;p19"/>
          <p:cNvSpPr txBox="1"/>
          <p:nvPr/>
        </p:nvSpPr>
        <p:spPr>
          <a:xfrm>
            <a:off x="2305725" y="341250"/>
            <a:ext cx="63630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900">
                <a:solidFill>
                  <a:srgbClr val="343434"/>
                </a:solidFill>
                <a:latin typeface="Montserrat ExtraBold"/>
                <a:ea typeface="Montserrat ExtraBold"/>
                <a:cs typeface="Montserrat ExtraBold"/>
                <a:sym typeface="Montserrat ExtraBold"/>
              </a:rPr>
              <a:t>TÍTULO DO ASSUNTO - TEXTO EM TÓPICOS</a:t>
            </a:r>
            <a:endParaRPr sz="1900">
              <a:solidFill>
                <a:srgbClr val="343434"/>
              </a:solidFill>
              <a:latin typeface="Montserrat ExtraBold"/>
              <a:ea typeface="Montserrat ExtraBold"/>
              <a:cs typeface="Montserrat ExtraBold"/>
              <a:sym typeface="Montserrat Extra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4" name="Shape 104"/>
        <p:cNvGrpSpPr/>
        <p:nvPr/>
      </p:nvGrpSpPr>
      <p:grpSpPr>
        <a:xfrm>
          <a:off x="0" y="0"/>
          <a:ext cx="0" cy="0"/>
          <a:chOff x="0" y="0"/>
          <a:chExt cx="0" cy="0"/>
        </a:xfrm>
      </p:grpSpPr>
      <p:sp>
        <p:nvSpPr>
          <p:cNvPr id="105" name="Google Shape;105;p20"/>
          <p:cNvSpPr txBox="1"/>
          <p:nvPr/>
        </p:nvSpPr>
        <p:spPr>
          <a:xfrm>
            <a:off x="2305725" y="341250"/>
            <a:ext cx="63630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900">
                <a:solidFill>
                  <a:srgbClr val="343434"/>
                </a:solidFill>
                <a:latin typeface="Montserrat ExtraBold"/>
                <a:ea typeface="Montserrat ExtraBold"/>
                <a:cs typeface="Montserrat ExtraBold"/>
                <a:sym typeface="Montserrat ExtraBold"/>
              </a:rPr>
              <a:t>TÍTULO DO ASSUNTO </a:t>
            </a:r>
            <a:endParaRPr sz="1900">
              <a:solidFill>
                <a:srgbClr val="343434"/>
              </a:solidFill>
              <a:latin typeface="Montserrat ExtraBold"/>
              <a:ea typeface="Montserrat ExtraBold"/>
              <a:cs typeface="Montserrat ExtraBold"/>
              <a:sym typeface="Montserrat ExtraBold"/>
            </a:endParaRPr>
          </a:p>
        </p:txBody>
      </p:sp>
      <p:sp>
        <p:nvSpPr>
          <p:cNvPr id="106" name="Google Shape;106;p20"/>
          <p:cNvSpPr txBox="1"/>
          <p:nvPr/>
        </p:nvSpPr>
        <p:spPr>
          <a:xfrm>
            <a:off x="391650" y="1071550"/>
            <a:ext cx="3820800" cy="381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2000">
                <a:solidFill>
                  <a:srgbClr val="343434"/>
                </a:solidFill>
                <a:latin typeface="Montserrat Medium"/>
                <a:ea typeface="Montserrat Medium"/>
                <a:cs typeface="Montserrat Medium"/>
                <a:sym typeface="Montserrat Medium"/>
              </a:rPr>
              <a:t>Lorem ipsum dolor sit amet, consectetuer adipiscing elit, sed diam nonummy nibh euismod tincidunt ut laoreet dolore magna aliquam erat volutpat. Ut wisi enim ad minim veniam, quis nostrud exerci tation ullamcorper suscipit lobortis nisl ut aliquip ex ea commodo consequat. </a:t>
            </a:r>
            <a:endParaRPr sz="2000">
              <a:solidFill>
                <a:srgbClr val="343434"/>
              </a:solidFill>
              <a:latin typeface="Montserrat Medium"/>
              <a:ea typeface="Montserrat Medium"/>
              <a:cs typeface="Montserrat Medium"/>
              <a:sym typeface="Montserrat Medium"/>
            </a:endParaRPr>
          </a:p>
        </p:txBody>
      </p:sp>
      <p:sp>
        <p:nvSpPr>
          <p:cNvPr id="107" name="Google Shape;107;p20"/>
          <p:cNvSpPr/>
          <p:nvPr/>
        </p:nvSpPr>
        <p:spPr>
          <a:xfrm>
            <a:off x="4757075" y="1188700"/>
            <a:ext cx="4167000" cy="3291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imagem/vídeo</a:t>
            </a:r>
            <a:endParaRPr/>
          </a:p>
        </p:txBody>
      </p:sp>
      <p:sp>
        <p:nvSpPr>
          <p:cNvPr id="108" name="Google Shape;108;p20"/>
          <p:cNvSpPr txBox="1"/>
          <p:nvPr/>
        </p:nvSpPr>
        <p:spPr>
          <a:xfrm>
            <a:off x="4749607" y="4450309"/>
            <a:ext cx="33336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solidFill>
                  <a:srgbClr val="595959"/>
                </a:solidFill>
                <a:latin typeface="Montserrat Light"/>
                <a:ea typeface="Montserrat Light"/>
                <a:cs typeface="Montserrat Light"/>
                <a:sym typeface="Montserrat Light"/>
              </a:rPr>
              <a:t>Fonte: do autor </a:t>
            </a:r>
            <a:endParaRPr sz="1000">
              <a:solidFill>
                <a:srgbClr val="595959"/>
              </a:solidFill>
              <a:latin typeface="Montserrat Light"/>
              <a:ea typeface="Montserrat Light"/>
              <a:cs typeface="Montserrat Light"/>
              <a:sym typeface="Montserrat Light"/>
            </a:endParaRPr>
          </a:p>
        </p:txBody>
      </p:sp>
      <p:sp>
        <p:nvSpPr>
          <p:cNvPr id="109" name="Google Shape;109;p20"/>
          <p:cNvSpPr txBox="1"/>
          <p:nvPr/>
        </p:nvSpPr>
        <p:spPr>
          <a:xfrm>
            <a:off x="4761259" y="904631"/>
            <a:ext cx="33336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solidFill>
                  <a:srgbClr val="595959"/>
                </a:solidFill>
                <a:latin typeface="Montserrat Light"/>
                <a:ea typeface="Montserrat Light"/>
                <a:cs typeface="Montserrat Light"/>
                <a:sym typeface="Montserrat Light"/>
              </a:rPr>
              <a:t>Legenda: kasjhcaqh</a:t>
            </a:r>
            <a:endParaRPr sz="1000">
              <a:solidFill>
                <a:srgbClr val="595959"/>
              </a:solidFill>
              <a:latin typeface="Montserrat Light"/>
              <a:ea typeface="Montserrat Light"/>
              <a:cs typeface="Montserrat Light"/>
              <a:sym typeface="Montserrat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sp>
        <p:nvSpPr>
          <p:cNvPr id="114" name="Google Shape;114;p21"/>
          <p:cNvSpPr txBox="1"/>
          <p:nvPr/>
        </p:nvSpPr>
        <p:spPr>
          <a:xfrm>
            <a:off x="934125" y="341250"/>
            <a:ext cx="7660500" cy="471600"/>
          </a:xfrm>
          <a:prstGeom prst="rect">
            <a:avLst/>
          </a:prstGeom>
          <a:noFill/>
          <a:ln>
            <a:noFill/>
          </a:ln>
          <a:effectLst>
            <a:outerShdw blurRad="85725" rotWithShape="0" algn="bl" dir="5400000" dist="19050">
              <a:srgbClr val="134F5C">
                <a:alpha val="64999"/>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pt-BR" sz="1900">
                <a:solidFill>
                  <a:schemeClr val="lt1"/>
                </a:solidFill>
                <a:latin typeface="Montserrat ExtraBold"/>
                <a:ea typeface="Montserrat ExtraBold"/>
                <a:cs typeface="Montserrat ExtraBold"/>
                <a:sym typeface="Montserrat ExtraBold"/>
              </a:rPr>
              <a:t>TÍTULO DO ASSUNTO </a:t>
            </a:r>
            <a:endParaRPr sz="1900">
              <a:solidFill>
                <a:schemeClr val="lt1"/>
              </a:solidFill>
              <a:latin typeface="Montserrat ExtraBold"/>
              <a:ea typeface="Montserrat ExtraBold"/>
              <a:cs typeface="Montserrat ExtraBold"/>
              <a:sym typeface="Montserrat ExtraBold"/>
            </a:endParaRPr>
          </a:p>
        </p:txBody>
      </p:sp>
      <p:sp>
        <p:nvSpPr>
          <p:cNvPr id="115" name="Google Shape;115;p21"/>
          <p:cNvSpPr txBox="1"/>
          <p:nvPr/>
        </p:nvSpPr>
        <p:spPr>
          <a:xfrm>
            <a:off x="391650" y="1071550"/>
            <a:ext cx="3820800" cy="381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2000">
                <a:solidFill>
                  <a:srgbClr val="343434"/>
                </a:solidFill>
                <a:latin typeface="Montserrat Medium"/>
                <a:ea typeface="Montserrat Medium"/>
                <a:cs typeface="Montserrat Medium"/>
                <a:sym typeface="Montserrat Medium"/>
              </a:rPr>
              <a:t>Lorem ipsum dolor sit amet, consectetuer adipiscing elit, sed diam nonummy nibh euismod tincidunt ut laoreet dolore magna aliquam erat volutpat. Ut wisi enim ad minim veniam, quis nostrud exerci tation ullamcorper suscipit lobortis nisl ut aliquip ex ea commodo consequat. </a:t>
            </a:r>
            <a:endParaRPr sz="2000">
              <a:solidFill>
                <a:srgbClr val="343434"/>
              </a:solidFill>
              <a:latin typeface="Montserrat Medium"/>
              <a:ea typeface="Montserrat Medium"/>
              <a:cs typeface="Montserrat Medium"/>
              <a:sym typeface="Montserrat Medium"/>
            </a:endParaRPr>
          </a:p>
        </p:txBody>
      </p:sp>
      <p:sp>
        <p:nvSpPr>
          <p:cNvPr id="116" name="Google Shape;116;p21"/>
          <p:cNvSpPr/>
          <p:nvPr/>
        </p:nvSpPr>
        <p:spPr>
          <a:xfrm>
            <a:off x="4757075" y="1249300"/>
            <a:ext cx="4167000" cy="323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imagem/vídeo</a:t>
            </a:r>
            <a:endParaRPr/>
          </a:p>
        </p:txBody>
      </p:sp>
      <p:sp>
        <p:nvSpPr>
          <p:cNvPr id="117" name="Google Shape;117;p21"/>
          <p:cNvSpPr txBox="1"/>
          <p:nvPr/>
        </p:nvSpPr>
        <p:spPr>
          <a:xfrm>
            <a:off x="4749607" y="4450309"/>
            <a:ext cx="33336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solidFill>
                  <a:srgbClr val="595959"/>
                </a:solidFill>
                <a:latin typeface="Montserrat Light"/>
                <a:ea typeface="Montserrat Light"/>
                <a:cs typeface="Montserrat Light"/>
                <a:sym typeface="Montserrat Light"/>
              </a:rPr>
              <a:t>Fonte: do autor </a:t>
            </a:r>
            <a:endParaRPr sz="1000">
              <a:solidFill>
                <a:srgbClr val="595959"/>
              </a:solidFill>
              <a:latin typeface="Montserrat Light"/>
              <a:ea typeface="Montserrat Light"/>
              <a:cs typeface="Montserrat Light"/>
              <a:sym typeface="Montserrat Light"/>
            </a:endParaRPr>
          </a:p>
        </p:txBody>
      </p:sp>
      <p:sp>
        <p:nvSpPr>
          <p:cNvPr id="118" name="Google Shape;118;p21"/>
          <p:cNvSpPr txBox="1"/>
          <p:nvPr/>
        </p:nvSpPr>
        <p:spPr>
          <a:xfrm>
            <a:off x="4761259" y="934535"/>
            <a:ext cx="33336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solidFill>
                  <a:srgbClr val="595959"/>
                </a:solidFill>
                <a:latin typeface="Montserrat Light"/>
                <a:ea typeface="Montserrat Light"/>
                <a:cs typeface="Montserrat Light"/>
                <a:sym typeface="Montserrat Light"/>
              </a:rPr>
              <a:t>Legenda: kasjhcaqh</a:t>
            </a:r>
            <a:endParaRPr sz="1000">
              <a:solidFill>
                <a:srgbClr val="595959"/>
              </a:solidFill>
              <a:latin typeface="Montserrat Light"/>
              <a:ea typeface="Montserrat Light"/>
              <a:cs typeface="Montserrat Light"/>
              <a:sym typeface="Montserrat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2" name="Shape 122"/>
        <p:cNvGrpSpPr/>
        <p:nvPr/>
      </p:nvGrpSpPr>
      <p:grpSpPr>
        <a:xfrm>
          <a:off x="0" y="0"/>
          <a:ext cx="0" cy="0"/>
          <a:chOff x="0" y="0"/>
          <a:chExt cx="0" cy="0"/>
        </a:xfrm>
      </p:grpSpPr>
      <p:sp>
        <p:nvSpPr>
          <p:cNvPr id="123" name="Google Shape;123;p22"/>
          <p:cNvSpPr txBox="1"/>
          <p:nvPr/>
        </p:nvSpPr>
        <p:spPr>
          <a:xfrm>
            <a:off x="934125" y="341250"/>
            <a:ext cx="7660500" cy="471600"/>
          </a:xfrm>
          <a:prstGeom prst="rect">
            <a:avLst/>
          </a:prstGeom>
          <a:noFill/>
          <a:ln>
            <a:noFill/>
          </a:ln>
          <a:effectLst>
            <a:outerShdw blurRad="85725" rotWithShape="0" algn="bl" dir="5400000" dist="19050">
              <a:srgbClr val="134F5C">
                <a:alpha val="64999"/>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pt-BR" sz="1900">
                <a:solidFill>
                  <a:schemeClr val="lt1"/>
                </a:solidFill>
                <a:latin typeface="Montserrat ExtraBold"/>
                <a:ea typeface="Montserrat ExtraBold"/>
                <a:cs typeface="Montserrat ExtraBold"/>
                <a:sym typeface="Montserrat ExtraBold"/>
              </a:rPr>
              <a:t>TÍTULO DO ASSUNTO </a:t>
            </a:r>
            <a:endParaRPr sz="1900">
              <a:solidFill>
                <a:schemeClr val="lt1"/>
              </a:solidFill>
              <a:latin typeface="Montserrat ExtraBold"/>
              <a:ea typeface="Montserrat ExtraBold"/>
              <a:cs typeface="Montserrat ExtraBold"/>
              <a:sym typeface="Montserrat ExtraBold"/>
            </a:endParaRPr>
          </a:p>
        </p:txBody>
      </p:sp>
      <p:sp>
        <p:nvSpPr>
          <p:cNvPr id="124" name="Google Shape;124;p22"/>
          <p:cNvSpPr txBox="1"/>
          <p:nvPr/>
        </p:nvSpPr>
        <p:spPr>
          <a:xfrm>
            <a:off x="4849675" y="4420405"/>
            <a:ext cx="33336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100">
                <a:solidFill>
                  <a:schemeClr val="dk2"/>
                </a:solidFill>
                <a:latin typeface="Montserrat Light"/>
                <a:ea typeface="Montserrat Light"/>
                <a:cs typeface="Montserrat Light"/>
                <a:sym typeface="Montserrat Light"/>
              </a:rPr>
              <a:t>Fonte: do autor </a:t>
            </a:r>
            <a:endParaRPr sz="1100">
              <a:solidFill>
                <a:schemeClr val="dk2"/>
              </a:solidFill>
              <a:latin typeface="Montserrat Light"/>
              <a:ea typeface="Montserrat Light"/>
              <a:cs typeface="Montserrat Light"/>
              <a:sym typeface="Montserrat Light"/>
            </a:endParaRPr>
          </a:p>
        </p:txBody>
      </p:sp>
      <p:sp>
        <p:nvSpPr>
          <p:cNvPr id="125" name="Google Shape;125;p22"/>
          <p:cNvSpPr txBox="1"/>
          <p:nvPr/>
        </p:nvSpPr>
        <p:spPr>
          <a:xfrm>
            <a:off x="464025" y="1115900"/>
            <a:ext cx="8368200" cy="32295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343434"/>
              </a:buClr>
              <a:buSzPts val="2000"/>
              <a:buFont typeface="Montserrat Medium"/>
              <a:buChar char="●"/>
            </a:pPr>
            <a:r>
              <a:rPr lang="pt-BR" sz="2000">
                <a:solidFill>
                  <a:srgbClr val="343434"/>
                </a:solidFill>
                <a:latin typeface="Montserrat Medium"/>
                <a:ea typeface="Montserrat Medium"/>
                <a:cs typeface="Montserrat Medium"/>
                <a:sym typeface="Montserrat Medium"/>
              </a:rPr>
              <a:t>Lorem ipsum dolor sit amet, consectetuer adipiscing elit, sed diam nonummy nibh euismod tincidunt ut laoreet dolore.</a:t>
            </a:r>
            <a:endParaRPr sz="2000">
              <a:solidFill>
                <a:srgbClr val="343434"/>
              </a:solidFill>
              <a:latin typeface="Montserrat Medium"/>
              <a:ea typeface="Montserrat Medium"/>
              <a:cs typeface="Montserrat Medium"/>
              <a:sym typeface="Montserrat Medium"/>
            </a:endParaRPr>
          </a:p>
          <a:p>
            <a:pPr indent="-355600" lvl="0" marL="457200" rtl="0" algn="l">
              <a:spcBef>
                <a:spcPts val="0"/>
              </a:spcBef>
              <a:spcAft>
                <a:spcPts val="0"/>
              </a:spcAft>
              <a:buClr>
                <a:srgbClr val="343434"/>
              </a:buClr>
              <a:buSzPts val="2000"/>
              <a:buFont typeface="Montserrat Medium"/>
              <a:buChar char="●"/>
            </a:pPr>
            <a:r>
              <a:rPr lang="pt-BR" sz="2000">
                <a:solidFill>
                  <a:srgbClr val="343434"/>
                </a:solidFill>
                <a:latin typeface="Montserrat Medium"/>
                <a:ea typeface="Montserrat Medium"/>
                <a:cs typeface="Montserrat Medium"/>
                <a:sym typeface="Montserrat Medium"/>
              </a:rPr>
              <a:t>Lorem ipsum dolor sit amet, consectetuer adipiscing elit, sed diam nonummy nibh euismod tincidunt ut laoreet dolore.</a:t>
            </a:r>
            <a:endParaRPr sz="2000">
              <a:solidFill>
                <a:srgbClr val="343434"/>
              </a:solidFill>
              <a:latin typeface="Montserrat Medium"/>
              <a:ea typeface="Montserrat Medium"/>
              <a:cs typeface="Montserrat Medium"/>
              <a:sym typeface="Montserrat Medium"/>
            </a:endParaRPr>
          </a:p>
          <a:p>
            <a:pPr indent="-355600" lvl="0" marL="457200" rtl="0" algn="l">
              <a:spcBef>
                <a:spcPts val="0"/>
              </a:spcBef>
              <a:spcAft>
                <a:spcPts val="0"/>
              </a:spcAft>
              <a:buClr>
                <a:srgbClr val="343434"/>
              </a:buClr>
              <a:buSzPts val="2000"/>
              <a:buFont typeface="Montserrat Medium"/>
              <a:buChar char="●"/>
            </a:pPr>
            <a:r>
              <a:rPr lang="pt-BR" sz="2000">
                <a:solidFill>
                  <a:srgbClr val="343434"/>
                </a:solidFill>
                <a:latin typeface="Montserrat Medium"/>
                <a:ea typeface="Montserrat Medium"/>
                <a:cs typeface="Montserrat Medium"/>
                <a:sym typeface="Montserrat Medium"/>
              </a:rPr>
              <a:t>Lorem ipsum dolor sit amet, consectetuer adipiscing elit, sed diam nonummy nibh euismod tincidunt ut laoreet dolore.</a:t>
            </a:r>
            <a:endParaRPr sz="2000">
              <a:solidFill>
                <a:srgbClr val="343434"/>
              </a:solidFill>
              <a:latin typeface="Montserrat Medium"/>
              <a:ea typeface="Montserrat Medium"/>
              <a:cs typeface="Montserrat Medium"/>
              <a:sym typeface="Montserrat Medium"/>
            </a:endParaRPr>
          </a:p>
          <a:p>
            <a:pPr indent="0" lvl="0" marL="457200" rtl="0" algn="l">
              <a:spcBef>
                <a:spcPts val="0"/>
              </a:spcBef>
              <a:spcAft>
                <a:spcPts val="0"/>
              </a:spcAft>
              <a:buNone/>
            </a:pPr>
            <a:r>
              <a:t/>
            </a:r>
            <a:endParaRPr sz="1600">
              <a:solidFill>
                <a:srgbClr val="343434"/>
              </a:solidFill>
              <a:latin typeface="Montserrat Medium"/>
              <a:ea typeface="Montserrat Medium"/>
              <a:cs typeface="Montserrat Medium"/>
              <a:sym typeface="Montserrat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 name="Shape 129"/>
        <p:cNvGrpSpPr/>
        <p:nvPr/>
      </p:nvGrpSpPr>
      <p:grpSpPr>
        <a:xfrm>
          <a:off x="0" y="0"/>
          <a:ext cx="0" cy="0"/>
          <a:chOff x="0" y="0"/>
          <a:chExt cx="0" cy="0"/>
        </a:xfrm>
      </p:grpSpPr>
      <p:sp>
        <p:nvSpPr>
          <p:cNvPr id="130" name="Google Shape;130;p23"/>
          <p:cNvSpPr txBox="1"/>
          <p:nvPr/>
        </p:nvSpPr>
        <p:spPr>
          <a:xfrm>
            <a:off x="934125" y="341250"/>
            <a:ext cx="7660500" cy="471600"/>
          </a:xfrm>
          <a:prstGeom prst="rect">
            <a:avLst/>
          </a:prstGeom>
          <a:noFill/>
          <a:ln>
            <a:noFill/>
          </a:ln>
          <a:effectLst>
            <a:outerShdw blurRad="85725" rotWithShape="0" algn="bl" dir="5400000" dist="19050">
              <a:srgbClr val="134F5C">
                <a:alpha val="64999"/>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pt-BR" sz="1900">
                <a:solidFill>
                  <a:schemeClr val="lt1"/>
                </a:solidFill>
                <a:latin typeface="Montserrat ExtraBold"/>
                <a:ea typeface="Montserrat ExtraBold"/>
                <a:cs typeface="Montserrat ExtraBold"/>
                <a:sym typeface="Montserrat ExtraBold"/>
              </a:rPr>
              <a:t>TÍTULO DO ASSUNTO </a:t>
            </a:r>
            <a:endParaRPr sz="1900">
              <a:solidFill>
                <a:schemeClr val="lt1"/>
              </a:solidFill>
              <a:latin typeface="Montserrat ExtraBold"/>
              <a:ea typeface="Montserrat ExtraBold"/>
              <a:cs typeface="Montserrat ExtraBold"/>
              <a:sym typeface="Montserrat ExtraBold"/>
            </a:endParaRPr>
          </a:p>
        </p:txBody>
      </p:sp>
      <p:sp>
        <p:nvSpPr>
          <p:cNvPr id="131" name="Google Shape;131;p23"/>
          <p:cNvSpPr/>
          <p:nvPr/>
        </p:nvSpPr>
        <p:spPr>
          <a:xfrm>
            <a:off x="462025" y="1288125"/>
            <a:ext cx="8291400" cy="320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imagem/vídeo</a:t>
            </a:r>
            <a:endParaRPr/>
          </a:p>
        </p:txBody>
      </p:sp>
      <p:sp>
        <p:nvSpPr>
          <p:cNvPr id="132" name="Google Shape;132;p23"/>
          <p:cNvSpPr txBox="1"/>
          <p:nvPr/>
        </p:nvSpPr>
        <p:spPr>
          <a:xfrm>
            <a:off x="452503" y="4450309"/>
            <a:ext cx="33336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solidFill>
                  <a:srgbClr val="595959"/>
                </a:solidFill>
                <a:latin typeface="Montserrat Light"/>
                <a:ea typeface="Montserrat Light"/>
                <a:cs typeface="Montserrat Light"/>
                <a:sym typeface="Montserrat Light"/>
              </a:rPr>
              <a:t>Fonte: do autor </a:t>
            </a:r>
            <a:endParaRPr sz="1000">
              <a:solidFill>
                <a:srgbClr val="595959"/>
              </a:solidFill>
              <a:latin typeface="Montserrat Light"/>
              <a:ea typeface="Montserrat Light"/>
              <a:cs typeface="Montserrat Light"/>
              <a:sym typeface="Montserrat Light"/>
            </a:endParaRPr>
          </a:p>
        </p:txBody>
      </p:sp>
      <p:sp>
        <p:nvSpPr>
          <p:cNvPr id="133" name="Google Shape;133;p23"/>
          <p:cNvSpPr txBox="1"/>
          <p:nvPr/>
        </p:nvSpPr>
        <p:spPr>
          <a:xfrm>
            <a:off x="464155" y="950927"/>
            <a:ext cx="33336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solidFill>
                  <a:srgbClr val="595959"/>
                </a:solidFill>
                <a:latin typeface="Montserrat Light"/>
                <a:ea typeface="Montserrat Light"/>
                <a:cs typeface="Montserrat Light"/>
                <a:sym typeface="Montserrat Light"/>
              </a:rPr>
              <a:t>Legenda: kasjhcaqh</a:t>
            </a:r>
            <a:endParaRPr sz="1000">
              <a:solidFill>
                <a:srgbClr val="595959"/>
              </a:solidFill>
              <a:latin typeface="Montserrat Light"/>
              <a:ea typeface="Montserrat Light"/>
              <a:cs typeface="Montserrat Light"/>
              <a:sym typeface="Montserrat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sp>
        <p:nvSpPr>
          <p:cNvPr id="138" name="Google Shape;138;p24"/>
          <p:cNvSpPr txBox="1"/>
          <p:nvPr>
            <p:ph idx="4294967295" type="ctrTitle"/>
          </p:nvPr>
        </p:nvSpPr>
        <p:spPr>
          <a:xfrm>
            <a:off x="1244750" y="1699800"/>
            <a:ext cx="6404100" cy="2505900"/>
          </a:xfrm>
          <a:prstGeom prst="rect">
            <a:avLst/>
          </a:prstGeom>
          <a:effectLst>
            <a:outerShdw blurRad="85725" rotWithShape="0" algn="bl" dir="5400000" dist="19050">
              <a:srgbClr val="134F5C">
                <a:alpha val="63999"/>
              </a:srgbClr>
            </a:outerShdw>
          </a:effectLst>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a:solidFill>
                  <a:schemeClr val="lt1"/>
                </a:solidFill>
                <a:latin typeface="Montserrat Black"/>
                <a:ea typeface="Montserrat Black"/>
                <a:cs typeface="Montserrat Black"/>
                <a:sym typeface="Montserrat Black"/>
              </a:rPr>
              <a:t>SLIDE DE TRANSIÇÃO, COM TÍTULO QUE APRESENTA UMA NOVA SEÇÃO.</a:t>
            </a:r>
            <a:endParaRPr>
              <a:solidFill>
                <a:schemeClr val="lt1"/>
              </a:solidFill>
              <a:latin typeface="Montserrat Black"/>
              <a:ea typeface="Montserrat Black"/>
              <a:cs typeface="Montserrat Black"/>
              <a:sym typeface="Montserrat Blac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2" name="Shape 142"/>
        <p:cNvGrpSpPr/>
        <p:nvPr/>
      </p:nvGrpSpPr>
      <p:grpSpPr>
        <a:xfrm>
          <a:off x="0" y="0"/>
          <a:ext cx="0" cy="0"/>
          <a:chOff x="0" y="0"/>
          <a:chExt cx="0" cy="0"/>
        </a:xfrm>
      </p:grpSpPr>
      <p:sp>
        <p:nvSpPr>
          <p:cNvPr id="143" name="Google Shape;143;p25"/>
          <p:cNvSpPr txBox="1"/>
          <p:nvPr/>
        </p:nvSpPr>
        <p:spPr>
          <a:xfrm>
            <a:off x="320075" y="2174000"/>
            <a:ext cx="2727000" cy="1574100"/>
          </a:xfrm>
          <a:prstGeom prst="rect">
            <a:avLst/>
          </a:prstGeom>
          <a:noFill/>
          <a:ln>
            <a:noFill/>
          </a:ln>
          <a:effectLst>
            <a:outerShdw blurRad="85725" rotWithShape="0" algn="bl" dir="5400000" dist="28575">
              <a:srgbClr val="134F5C">
                <a:alpha val="62999"/>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pt-BR" sz="2000">
                <a:solidFill>
                  <a:schemeClr val="lt1"/>
                </a:solidFill>
                <a:latin typeface="Montserrat ExtraBold"/>
                <a:ea typeface="Montserrat ExtraBold"/>
                <a:cs typeface="Montserrat ExtraBold"/>
                <a:sym typeface="Montserrat ExtraBold"/>
              </a:rPr>
              <a:t>OBRIGADO (A)!</a:t>
            </a:r>
            <a:endParaRPr sz="2000">
              <a:solidFill>
                <a:schemeClr val="lt1"/>
              </a:solidFill>
              <a:latin typeface="Montserrat ExtraBold"/>
              <a:ea typeface="Montserrat ExtraBold"/>
              <a:cs typeface="Montserrat ExtraBold"/>
              <a:sym typeface="Montserrat ExtraBold"/>
            </a:endParaRPr>
          </a:p>
        </p:txBody>
      </p:sp>
      <p:sp>
        <p:nvSpPr>
          <p:cNvPr id="144" name="Google Shape;144;p25"/>
          <p:cNvSpPr txBox="1"/>
          <p:nvPr/>
        </p:nvSpPr>
        <p:spPr>
          <a:xfrm>
            <a:off x="5032650" y="748700"/>
            <a:ext cx="3702300" cy="1374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pt-BR" sz="1600">
                <a:solidFill>
                  <a:srgbClr val="343434"/>
                </a:solidFill>
                <a:latin typeface="Montserrat Medium"/>
                <a:ea typeface="Montserrat Medium"/>
                <a:cs typeface="Montserrat Medium"/>
                <a:sym typeface="Montserrat Medium"/>
              </a:rPr>
              <a:t>E-MAIL</a:t>
            </a:r>
            <a:endParaRPr sz="1600">
              <a:solidFill>
                <a:srgbClr val="343434"/>
              </a:solidFill>
              <a:latin typeface="Montserrat Medium"/>
              <a:ea typeface="Montserrat Medium"/>
              <a:cs typeface="Montserrat Medium"/>
              <a:sym typeface="Montserrat Medium"/>
            </a:endParaRPr>
          </a:p>
          <a:p>
            <a:pPr indent="0" lvl="0" marL="0" rtl="0" algn="r">
              <a:spcBef>
                <a:spcPts val="0"/>
              </a:spcBef>
              <a:spcAft>
                <a:spcPts val="0"/>
              </a:spcAft>
              <a:buNone/>
            </a:pPr>
            <a:r>
              <a:rPr lang="pt-BR" sz="1600" u="sng">
                <a:solidFill>
                  <a:srgbClr val="08A18E"/>
                </a:solidFill>
                <a:latin typeface="Montserrat"/>
                <a:ea typeface="Montserrat"/>
                <a:cs typeface="Montserrat"/>
                <a:sym typeface="Montserrat"/>
                <a:hlinkClick r:id="rId4">
                  <a:extLst>
                    <a:ext uri="{A12FA001-AC4F-418D-AE19-62706E023703}">
                      <ahyp:hlinkClr val="tx"/>
                    </a:ext>
                  </a:extLst>
                </a:hlinkClick>
              </a:rPr>
              <a:t>e-mail.servidor@ifes.edu.br</a:t>
            </a:r>
            <a:endParaRPr sz="1600">
              <a:solidFill>
                <a:srgbClr val="08A18E"/>
              </a:solidFill>
              <a:latin typeface="Montserrat"/>
              <a:ea typeface="Montserrat"/>
              <a:cs typeface="Montserrat"/>
              <a:sym typeface="Montserrat"/>
            </a:endParaRPr>
          </a:p>
          <a:p>
            <a:pPr indent="0" lvl="0" marL="0" rtl="0" algn="r">
              <a:spcBef>
                <a:spcPts val="0"/>
              </a:spcBef>
              <a:spcAft>
                <a:spcPts val="0"/>
              </a:spcAft>
              <a:buNone/>
            </a:pPr>
            <a:r>
              <a:t/>
            </a:r>
            <a:endParaRPr sz="1600">
              <a:solidFill>
                <a:srgbClr val="343434"/>
              </a:solidFill>
              <a:latin typeface="Montserrat Light"/>
              <a:ea typeface="Montserrat Light"/>
              <a:cs typeface="Montserrat Light"/>
              <a:sym typeface="Montserrat Light"/>
            </a:endParaRPr>
          </a:p>
          <a:p>
            <a:pPr indent="0" lvl="0" marL="0" rtl="0" algn="r">
              <a:spcBef>
                <a:spcPts val="0"/>
              </a:spcBef>
              <a:spcAft>
                <a:spcPts val="0"/>
              </a:spcAft>
              <a:buNone/>
            </a:pPr>
            <a:r>
              <a:rPr lang="pt-BR" sz="1600">
                <a:solidFill>
                  <a:srgbClr val="343434"/>
                </a:solidFill>
                <a:latin typeface="Montserrat Medium"/>
                <a:ea typeface="Montserrat Medium"/>
                <a:cs typeface="Montserrat Medium"/>
                <a:sym typeface="Montserrat Medium"/>
              </a:rPr>
              <a:t>REDES SOCIAIS</a:t>
            </a:r>
            <a:endParaRPr sz="1600">
              <a:solidFill>
                <a:srgbClr val="343434"/>
              </a:solidFill>
              <a:latin typeface="Montserrat Medium"/>
              <a:ea typeface="Montserrat Medium"/>
              <a:cs typeface="Montserrat Medium"/>
              <a:sym typeface="Montserrat Medium"/>
            </a:endParaRPr>
          </a:p>
          <a:p>
            <a:pPr indent="0" lvl="0" marL="0" rtl="0" algn="r">
              <a:spcBef>
                <a:spcPts val="0"/>
              </a:spcBef>
              <a:spcAft>
                <a:spcPts val="0"/>
              </a:spcAft>
              <a:buNone/>
            </a:pPr>
            <a:r>
              <a:rPr lang="pt-BR" sz="1600">
                <a:solidFill>
                  <a:srgbClr val="08A18E"/>
                </a:solidFill>
                <a:latin typeface="Montserrat"/>
                <a:ea typeface="Montserrat"/>
                <a:cs typeface="Montserrat"/>
                <a:sym typeface="Montserrat"/>
              </a:rPr>
              <a:t>@redesocial.servidor</a:t>
            </a:r>
            <a:endParaRPr sz="1600">
              <a:solidFill>
                <a:srgbClr val="08A18E"/>
              </a:solidFill>
              <a:latin typeface="Montserrat"/>
              <a:ea typeface="Montserrat"/>
              <a:cs typeface="Montserrat"/>
              <a:sym typeface="Montserrat"/>
            </a:endParaRPr>
          </a:p>
        </p:txBody>
      </p:sp>
      <p:sp>
        <p:nvSpPr>
          <p:cNvPr id="145" name="Google Shape;145;p25"/>
          <p:cNvSpPr txBox="1"/>
          <p:nvPr/>
        </p:nvSpPr>
        <p:spPr>
          <a:xfrm>
            <a:off x="4829709" y="4058850"/>
            <a:ext cx="1485300" cy="29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1000" u="sng">
                <a:solidFill>
                  <a:schemeClr val="hlink"/>
                </a:solidFill>
                <a:latin typeface="Comfortaa"/>
                <a:ea typeface="Comfortaa"/>
                <a:cs typeface="Comfortaa"/>
                <a:sym typeface="Comfortaa"/>
                <a:hlinkClick r:id="rId5"/>
              </a:rPr>
              <a:t>cefor.ifes.edu.br</a:t>
            </a:r>
            <a:endParaRPr b="1" sz="1000">
              <a:latin typeface="Comfortaa"/>
              <a:ea typeface="Comfortaa"/>
              <a:cs typeface="Comfortaa"/>
              <a:sym typeface="Comfortaa"/>
            </a:endParaRPr>
          </a:p>
        </p:txBody>
      </p:sp>
      <p:sp>
        <p:nvSpPr>
          <p:cNvPr id="146" name="Google Shape;146;p25"/>
          <p:cNvSpPr txBox="1"/>
          <p:nvPr/>
        </p:nvSpPr>
        <p:spPr>
          <a:xfrm>
            <a:off x="4836709" y="4551160"/>
            <a:ext cx="1063500" cy="29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1000" u="sng">
                <a:solidFill>
                  <a:schemeClr val="hlink"/>
                </a:solidFill>
                <a:latin typeface="Comfortaa"/>
                <a:ea typeface="Comfortaa"/>
                <a:cs typeface="Comfortaa"/>
                <a:sym typeface="Comfortaa"/>
                <a:hlinkClick r:id="rId6"/>
              </a:rPr>
              <a:t>@ifescefor</a:t>
            </a:r>
            <a:endParaRPr b="1" sz="1000">
              <a:latin typeface="Comfortaa"/>
              <a:ea typeface="Comfortaa"/>
              <a:cs typeface="Comfortaa"/>
              <a:sym typeface="Comfortaa"/>
            </a:endParaRPr>
          </a:p>
          <a:p>
            <a:pPr indent="0" lvl="0" marL="0" rtl="0" algn="l">
              <a:spcBef>
                <a:spcPts val="0"/>
              </a:spcBef>
              <a:spcAft>
                <a:spcPts val="0"/>
              </a:spcAft>
              <a:buNone/>
            </a:pPr>
            <a:r>
              <a:t/>
            </a:r>
            <a:endParaRPr b="1" sz="1100">
              <a:latin typeface="Comfortaa"/>
              <a:ea typeface="Comfortaa"/>
              <a:cs typeface="Comfortaa"/>
              <a:sym typeface="Comfortaa"/>
            </a:endParaRPr>
          </a:p>
        </p:txBody>
      </p:sp>
      <p:sp>
        <p:nvSpPr>
          <p:cNvPr id="147" name="Google Shape;147;p25"/>
          <p:cNvSpPr txBox="1"/>
          <p:nvPr/>
        </p:nvSpPr>
        <p:spPr>
          <a:xfrm>
            <a:off x="4834759" y="4302864"/>
            <a:ext cx="1063500" cy="2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1000" u="sng">
                <a:solidFill>
                  <a:schemeClr val="hlink"/>
                </a:solidFill>
                <a:latin typeface="Comfortaa"/>
                <a:ea typeface="Comfortaa"/>
                <a:cs typeface="Comfortaa"/>
                <a:sym typeface="Comfortaa"/>
                <a:hlinkClick r:id="rId7"/>
              </a:rPr>
              <a:t>@ifescefor</a:t>
            </a:r>
            <a:endParaRPr b="1" sz="1000">
              <a:latin typeface="Comfortaa"/>
              <a:ea typeface="Comfortaa"/>
              <a:cs typeface="Comfortaa"/>
              <a:sym typeface="Comfortaa"/>
            </a:endParaRPr>
          </a:p>
          <a:p>
            <a:pPr indent="0" lvl="0" marL="0" rtl="0" algn="l">
              <a:spcBef>
                <a:spcPts val="0"/>
              </a:spcBef>
              <a:spcAft>
                <a:spcPts val="0"/>
              </a:spcAft>
              <a:buNone/>
            </a:pPr>
            <a:r>
              <a:t/>
            </a:r>
            <a:endParaRPr b="1" sz="1100">
              <a:latin typeface="Comfortaa"/>
              <a:ea typeface="Comfortaa"/>
              <a:cs typeface="Comfortaa"/>
              <a:sym typeface="Comforta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