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Montserrat SemiBold"/>
      <p:regular r:id="rId21"/>
      <p:bold r:id="rId22"/>
      <p:italic r:id="rId23"/>
      <p:boldItalic r:id="rId24"/>
    </p:embeddedFont>
    <p:embeddedFont>
      <p:font typeface="Montserrat"/>
      <p:regular r:id="rId25"/>
      <p:bold r:id="rId26"/>
      <p:italic r:id="rId27"/>
      <p:boldItalic r:id="rId28"/>
    </p:embeddedFont>
    <p:embeddedFont>
      <p:font typeface="Montserrat Black"/>
      <p:bold r:id="rId29"/>
      <p:boldItalic r:id="rId30"/>
    </p:embeddedFont>
    <p:embeddedFont>
      <p:font typeface="Montserrat Medium"/>
      <p:regular r:id="rId31"/>
      <p:bold r:id="rId32"/>
      <p:italic r:id="rId33"/>
      <p:boldItalic r:id="rId34"/>
    </p:embeddedFont>
    <p:embeddedFont>
      <p:font typeface="Montserrat Light"/>
      <p:regular r:id="rId35"/>
      <p:bold r:id="rId36"/>
      <p:italic r:id="rId37"/>
      <p:boldItalic r:id="rId38"/>
    </p:embeddedFont>
    <p:embeddedFont>
      <p:font typeface="Montserrat ExtraBold"/>
      <p:bold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ExtraBold-boldItalic.fntdata"/><Relationship Id="rId20" Type="http://schemas.openxmlformats.org/officeDocument/2006/relationships/slide" Target="slides/slide15.xml"/><Relationship Id="rId22" Type="http://schemas.openxmlformats.org/officeDocument/2006/relationships/font" Target="fonts/MontserratSemiBold-bold.fntdata"/><Relationship Id="rId21" Type="http://schemas.openxmlformats.org/officeDocument/2006/relationships/font" Target="fonts/MontserratSemiBold-regular.fntdata"/><Relationship Id="rId24" Type="http://schemas.openxmlformats.org/officeDocument/2006/relationships/font" Target="fonts/MontserratSemiBold-boldItalic.fntdata"/><Relationship Id="rId23" Type="http://schemas.openxmlformats.org/officeDocument/2006/relationships/font" Target="fonts/Montserrat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lack-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Medium-regular.fntdata"/><Relationship Id="rId30" Type="http://schemas.openxmlformats.org/officeDocument/2006/relationships/font" Target="fonts/MontserratBlack-boldItalic.fntdata"/><Relationship Id="rId11" Type="http://schemas.openxmlformats.org/officeDocument/2006/relationships/slide" Target="slides/slide6.xml"/><Relationship Id="rId33" Type="http://schemas.openxmlformats.org/officeDocument/2006/relationships/font" Target="fonts/MontserratMedium-italic.fntdata"/><Relationship Id="rId10" Type="http://schemas.openxmlformats.org/officeDocument/2006/relationships/slide" Target="slides/slide5.xml"/><Relationship Id="rId32" Type="http://schemas.openxmlformats.org/officeDocument/2006/relationships/font" Target="fonts/MontserratMedium-bold.fntdata"/><Relationship Id="rId13" Type="http://schemas.openxmlformats.org/officeDocument/2006/relationships/slide" Target="slides/slide8.xml"/><Relationship Id="rId35" Type="http://schemas.openxmlformats.org/officeDocument/2006/relationships/font" Target="fonts/MontserratLight-regular.fntdata"/><Relationship Id="rId12" Type="http://schemas.openxmlformats.org/officeDocument/2006/relationships/slide" Target="slides/slide7.xml"/><Relationship Id="rId34" Type="http://schemas.openxmlformats.org/officeDocument/2006/relationships/font" Target="fonts/MontserratMedium-boldItalic.fntdata"/><Relationship Id="rId15" Type="http://schemas.openxmlformats.org/officeDocument/2006/relationships/slide" Target="slides/slide10.xml"/><Relationship Id="rId37" Type="http://schemas.openxmlformats.org/officeDocument/2006/relationships/font" Target="fonts/MontserratLight-italic.fntdata"/><Relationship Id="rId14" Type="http://schemas.openxmlformats.org/officeDocument/2006/relationships/slide" Target="slides/slide9.xml"/><Relationship Id="rId36" Type="http://schemas.openxmlformats.org/officeDocument/2006/relationships/font" Target="fonts/MontserratLight-bold.fntdata"/><Relationship Id="rId17" Type="http://schemas.openxmlformats.org/officeDocument/2006/relationships/slide" Target="slides/slide12.xml"/><Relationship Id="rId39" Type="http://schemas.openxmlformats.org/officeDocument/2006/relationships/font" Target="fonts/MontserratExtraBold-bold.fntdata"/><Relationship Id="rId16" Type="http://schemas.openxmlformats.org/officeDocument/2006/relationships/slide" Target="slides/slide11.xml"/><Relationship Id="rId38" Type="http://schemas.openxmlformats.org/officeDocument/2006/relationships/font" Target="fonts/MontserratLigh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8b69afa7d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8b69afa7d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67027378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6702737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6301fa6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6301fa6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65a9ce3b1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65a9ce3b1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6301fa6b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6301fa6b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6301fa6b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6301fa6b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6301fa6b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6301fa6b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65a9ce3b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65a9ce3b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65a9ce3b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65a9ce3b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65a9ce3b1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65a9ce3b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65a9ce3b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65a9ce3b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d65a9ce3b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d65a9ce3b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65a9ce3b1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65a9ce3b1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65a9ce3b1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d65a9ce3b1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65a9ce3b1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65a9ce3b1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A" type="title">
  <p:cSld name="TITLE">
    <p:bg>
      <p:bgPr>
        <a:blipFill>
          <a:blip r:embed="rId2">
            <a:alphaModFix/>
          </a:blip>
          <a:stretch>
            <a:fillRect/>
          </a:stretch>
        </a:blipFill>
      </p:bgPr>
    </p:bg>
    <p:spTree>
      <p:nvGrpSpPr>
        <p:cNvPr id="7" name="Shape 7"/>
        <p:cNvGrpSpPr/>
        <p:nvPr/>
      </p:nvGrpSpPr>
      <p:grpSpPr>
        <a:xfrm>
          <a:off x="0" y="0"/>
          <a:ext cx="0" cy="0"/>
          <a:chOff x="0" y="0"/>
          <a:chExt cx="0" cy="0"/>
        </a:xfrm>
      </p:grpSpPr>
      <p:sp>
        <p:nvSpPr>
          <p:cNvPr id="8" name="Google Shape;8;p2"/>
          <p:cNvSpPr txBox="1"/>
          <p:nvPr>
            <p:ph idx="1" type="subTitle"/>
          </p:nvPr>
        </p:nvSpPr>
        <p:spPr>
          <a:xfrm>
            <a:off x="1674999" y="3674550"/>
            <a:ext cx="5040600" cy="4164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Clr>
                <a:srgbClr val="B0C804"/>
              </a:buClr>
              <a:buSzPts val="1600"/>
              <a:buFont typeface="Montserrat"/>
              <a:buNone/>
              <a:defRPr sz="1600">
                <a:solidFill>
                  <a:srgbClr val="B0C804"/>
                </a:solidFill>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 name="Google Shape;9;p2"/>
          <p:cNvSpPr txBox="1"/>
          <p:nvPr>
            <p:ph idx="2" type="subTitle"/>
          </p:nvPr>
        </p:nvSpPr>
        <p:spPr>
          <a:xfrm>
            <a:off x="1674998" y="3922209"/>
            <a:ext cx="5257800" cy="4722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Clr>
                <a:srgbClr val="314A99"/>
              </a:buClr>
              <a:buSzPts val="1600"/>
              <a:buFont typeface="Montserrat SemiBold"/>
              <a:buNone/>
              <a:defRPr sz="1600">
                <a:solidFill>
                  <a:srgbClr val="314A99"/>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 name="Google Shape;10;p2"/>
          <p:cNvSpPr txBox="1"/>
          <p:nvPr>
            <p:ph type="title"/>
          </p:nvPr>
        </p:nvSpPr>
        <p:spPr>
          <a:xfrm>
            <a:off x="1636200" y="844075"/>
            <a:ext cx="6353700" cy="2052600"/>
          </a:xfrm>
          <a:prstGeom prst="rect">
            <a:avLst/>
          </a:prstGeom>
          <a:noFill/>
          <a:ln>
            <a:noFill/>
          </a:ln>
          <a:effectLst>
            <a:outerShdw blurRad="57150" rotWithShape="0" algn="bl" dir="5400000" dist="19050">
              <a:srgbClr val="000000">
                <a:alpha val="11999"/>
              </a:srgbClr>
            </a:outerShdw>
          </a:effectLst>
        </p:spPr>
        <p:txBody>
          <a:bodyPr anchorCtr="0" anchor="b" bIns="91425" lIns="91425" spcFirstLastPara="1" rIns="91425" wrap="square" tIns="91425">
            <a:noAutofit/>
          </a:bodyPr>
          <a:lstStyle>
            <a:lvl1pPr lvl="0">
              <a:spcBef>
                <a:spcPts val="0"/>
              </a:spcBef>
              <a:spcAft>
                <a:spcPts val="0"/>
              </a:spcAft>
              <a:buClr>
                <a:schemeClr val="lt1"/>
              </a:buClr>
              <a:buSzPts val="2600"/>
              <a:buFont typeface="Montserrat Black"/>
              <a:buNone/>
              <a:defRPr sz="2600">
                <a:solidFill>
                  <a:schemeClr val="lt1"/>
                </a:solidFill>
                <a:latin typeface="Montserrat Black"/>
                <a:ea typeface="Montserrat Black"/>
                <a:cs typeface="Montserrat Black"/>
                <a:sym typeface="Montserrat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CORRIDO - 1">
  <p:cSld name="CAPTION_ONLY">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idx="1" type="body"/>
          </p:nvPr>
        </p:nvSpPr>
        <p:spPr>
          <a:xfrm>
            <a:off x="3438150" y="460225"/>
            <a:ext cx="5220300" cy="4095900"/>
          </a:xfrm>
          <a:prstGeom prst="rect">
            <a:avLst/>
          </a:prstGeom>
          <a:noFill/>
          <a:ln>
            <a:noFill/>
          </a:ln>
        </p:spPr>
        <p:txBody>
          <a:bodyPr anchorCtr="0" anchor="ctr" bIns="54000" lIns="91425" spcFirstLastPara="1" rIns="91425" wrap="square" tIns="54000">
            <a:noAutofit/>
          </a:bodyPr>
          <a:lstStyle>
            <a:lvl1pPr indent="-228600" lvl="0" marL="457200">
              <a:lnSpc>
                <a:spcPct val="100000"/>
              </a:lnSpc>
              <a:spcBef>
                <a:spcPts val="0"/>
              </a:spcBef>
              <a:spcAft>
                <a:spcPts val="0"/>
              </a:spcAft>
              <a:buClr>
                <a:srgbClr val="595959"/>
              </a:buClr>
              <a:buSzPts val="2000"/>
              <a:buFont typeface="Montserrat Medium"/>
              <a:buNone/>
              <a:defRPr sz="2000">
                <a:solidFill>
                  <a:srgbClr val="595959"/>
                </a:solidFill>
                <a:latin typeface="Montserrat Medium"/>
                <a:ea typeface="Montserrat Medium"/>
                <a:cs typeface="Montserrat Medium"/>
                <a:sym typeface="Montserrat Medium"/>
              </a:defRPr>
            </a:lvl1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
        <p:nvSpPr>
          <p:cNvPr id="14" name="Google Shape;14;p3"/>
          <p:cNvSpPr txBox="1"/>
          <p:nvPr>
            <p:ph type="title"/>
          </p:nvPr>
        </p:nvSpPr>
        <p:spPr>
          <a:xfrm>
            <a:off x="256725" y="1747900"/>
            <a:ext cx="2684100" cy="16524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1700"/>
              <a:buFont typeface="Montserrat ExtraBold"/>
              <a:buNone/>
              <a:defRPr sz="17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VIDEO - 1">
  <p:cSld name="SECTION_HEADER_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
          <p:cNvSpPr txBox="1"/>
          <p:nvPr>
            <p:ph idx="1" type="subTitle"/>
          </p:nvPr>
        </p:nvSpPr>
        <p:spPr>
          <a:xfrm>
            <a:off x="3398675" y="235098"/>
            <a:ext cx="5236500" cy="409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
          <p:cNvSpPr txBox="1"/>
          <p:nvPr>
            <p:ph idx="2" type="subTitle"/>
          </p:nvPr>
        </p:nvSpPr>
        <p:spPr>
          <a:xfrm>
            <a:off x="3395925" y="4502298"/>
            <a:ext cx="5236500" cy="372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type="title"/>
          </p:nvPr>
        </p:nvSpPr>
        <p:spPr>
          <a:xfrm>
            <a:off x="256725" y="1747900"/>
            <a:ext cx="2684100" cy="16524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1700"/>
              <a:buFont typeface="Montserrat ExtraBold"/>
              <a:buNone/>
              <a:defRPr sz="17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CORRIDO-2">
  <p:cSld name="SECTION_HEADER_2">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5"/>
          <p:cNvSpPr txBox="1"/>
          <p:nvPr>
            <p:ph type="title"/>
          </p:nvPr>
        </p:nvSpPr>
        <p:spPr>
          <a:xfrm>
            <a:off x="256725" y="1747900"/>
            <a:ext cx="2684100" cy="1652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314A99"/>
              </a:buClr>
              <a:buSzPts val="1700"/>
              <a:buFont typeface="Montserrat ExtraBold"/>
              <a:buNone/>
              <a:defRPr sz="1700">
                <a:solidFill>
                  <a:srgbClr val="314A99"/>
                </a:solidFill>
                <a:latin typeface="Montserrat ExtraBold"/>
                <a:ea typeface="Montserrat ExtraBold"/>
                <a:cs typeface="Montserrat ExtraBold"/>
                <a:sym typeface="Montserrat ExtraBold"/>
              </a:defRPr>
            </a:lvl1pPr>
            <a:lvl2pPr lvl="1">
              <a:spcBef>
                <a:spcPts val="0"/>
              </a:spcBef>
              <a:spcAft>
                <a:spcPts val="0"/>
              </a:spcAft>
              <a:buClr>
                <a:srgbClr val="314A99"/>
              </a:buClr>
              <a:buSzPts val="1400"/>
              <a:buNone/>
              <a:defRPr>
                <a:solidFill>
                  <a:srgbClr val="314A99"/>
                </a:solidFill>
              </a:defRPr>
            </a:lvl2pPr>
            <a:lvl3pPr lvl="2">
              <a:spcBef>
                <a:spcPts val="0"/>
              </a:spcBef>
              <a:spcAft>
                <a:spcPts val="0"/>
              </a:spcAft>
              <a:buClr>
                <a:srgbClr val="314A99"/>
              </a:buClr>
              <a:buSzPts val="1400"/>
              <a:buNone/>
              <a:defRPr>
                <a:solidFill>
                  <a:srgbClr val="314A99"/>
                </a:solidFill>
              </a:defRPr>
            </a:lvl3pPr>
            <a:lvl4pPr lvl="3">
              <a:spcBef>
                <a:spcPts val="0"/>
              </a:spcBef>
              <a:spcAft>
                <a:spcPts val="0"/>
              </a:spcAft>
              <a:buClr>
                <a:srgbClr val="314A99"/>
              </a:buClr>
              <a:buSzPts val="1400"/>
              <a:buNone/>
              <a:defRPr>
                <a:solidFill>
                  <a:srgbClr val="314A99"/>
                </a:solidFill>
              </a:defRPr>
            </a:lvl4pPr>
            <a:lvl5pPr lvl="4">
              <a:spcBef>
                <a:spcPts val="0"/>
              </a:spcBef>
              <a:spcAft>
                <a:spcPts val="0"/>
              </a:spcAft>
              <a:buClr>
                <a:srgbClr val="314A99"/>
              </a:buClr>
              <a:buSzPts val="1400"/>
              <a:buNone/>
              <a:defRPr>
                <a:solidFill>
                  <a:srgbClr val="314A99"/>
                </a:solidFill>
              </a:defRPr>
            </a:lvl5pPr>
            <a:lvl6pPr lvl="5">
              <a:spcBef>
                <a:spcPts val="0"/>
              </a:spcBef>
              <a:spcAft>
                <a:spcPts val="0"/>
              </a:spcAft>
              <a:buClr>
                <a:srgbClr val="314A99"/>
              </a:buClr>
              <a:buSzPts val="1400"/>
              <a:buNone/>
              <a:defRPr>
                <a:solidFill>
                  <a:srgbClr val="314A99"/>
                </a:solidFill>
              </a:defRPr>
            </a:lvl6pPr>
            <a:lvl7pPr lvl="6">
              <a:spcBef>
                <a:spcPts val="0"/>
              </a:spcBef>
              <a:spcAft>
                <a:spcPts val="0"/>
              </a:spcAft>
              <a:buClr>
                <a:srgbClr val="314A99"/>
              </a:buClr>
              <a:buSzPts val="1400"/>
              <a:buNone/>
              <a:defRPr>
                <a:solidFill>
                  <a:srgbClr val="314A99"/>
                </a:solidFill>
              </a:defRPr>
            </a:lvl7pPr>
            <a:lvl8pPr lvl="7">
              <a:spcBef>
                <a:spcPts val="0"/>
              </a:spcBef>
              <a:spcAft>
                <a:spcPts val="0"/>
              </a:spcAft>
              <a:buClr>
                <a:srgbClr val="314A99"/>
              </a:buClr>
              <a:buSzPts val="1400"/>
              <a:buNone/>
              <a:defRPr>
                <a:solidFill>
                  <a:srgbClr val="314A99"/>
                </a:solidFill>
              </a:defRPr>
            </a:lvl8pPr>
            <a:lvl9pPr lvl="8">
              <a:spcBef>
                <a:spcPts val="0"/>
              </a:spcBef>
              <a:spcAft>
                <a:spcPts val="0"/>
              </a:spcAft>
              <a:buClr>
                <a:srgbClr val="314A99"/>
              </a:buClr>
              <a:buSzPts val="1400"/>
              <a:buNone/>
              <a:defRPr>
                <a:solidFill>
                  <a:srgbClr val="314A99"/>
                </a:solidFill>
              </a:defRPr>
            </a:lvl9pPr>
          </a:lstStyle>
          <a:p/>
        </p:txBody>
      </p:sp>
      <p:sp>
        <p:nvSpPr>
          <p:cNvPr id="21" name="Google Shape;21;p5"/>
          <p:cNvSpPr txBox="1"/>
          <p:nvPr>
            <p:ph idx="1" type="body"/>
          </p:nvPr>
        </p:nvSpPr>
        <p:spPr>
          <a:xfrm>
            <a:off x="3438150" y="460225"/>
            <a:ext cx="5220300" cy="4095900"/>
          </a:xfrm>
          <a:prstGeom prst="rect">
            <a:avLst/>
          </a:prstGeom>
          <a:noFill/>
          <a:ln>
            <a:noFill/>
          </a:ln>
        </p:spPr>
        <p:txBody>
          <a:bodyPr anchorCtr="0" anchor="ctr" bIns="54000" lIns="91425" spcFirstLastPara="1" rIns="91425" wrap="square" tIns="54000">
            <a:noAutofit/>
          </a:bodyPr>
          <a:lstStyle>
            <a:lvl1pPr indent="-317500" lvl="0" marL="4572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1pPr>
            <a:lvl2pPr indent="-317500" lvl="1" marL="9144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2pPr>
            <a:lvl3pPr indent="-317500" lvl="2" marL="13716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3pPr>
            <a:lvl4pPr indent="-317500" lvl="3" marL="18288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4pPr>
            <a:lvl5pPr indent="-317500" lvl="4" marL="22860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5pPr>
            <a:lvl6pPr indent="-317500" lvl="5" marL="27432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6pPr>
            <a:lvl7pPr indent="-317500" lvl="6" marL="32004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7pPr>
            <a:lvl8pPr indent="-317500" lvl="7" marL="3657600" rtl="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8pPr>
            <a:lvl9pPr indent="-317500" lvl="8" marL="4114800">
              <a:lnSpc>
                <a:spcPct val="100000"/>
              </a:lnSpc>
              <a:spcBef>
                <a:spcPts val="0"/>
              </a:spcBef>
              <a:spcAft>
                <a:spcPts val="0"/>
              </a:spcAft>
              <a:buSzPts val="1400"/>
              <a:buChar char="■"/>
              <a:defRPr sz="2000">
                <a:solidFill>
                  <a:srgbClr val="595959"/>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VIDEO-2">
  <p:cSld name="SECTION_HEADER_2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6"/>
          <p:cNvSpPr txBox="1"/>
          <p:nvPr>
            <p:ph type="title"/>
          </p:nvPr>
        </p:nvSpPr>
        <p:spPr>
          <a:xfrm>
            <a:off x="256725" y="1747900"/>
            <a:ext cx="2684100" cy="1652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314A99"/>
              </a:buClr>
              <a:buSzPts val="1700"/>
              <a:buFont typeface="Montserrat ExtraBold"/>
              <a:buNone/>
              <a:defRPr sz="1700">
                <a:solidFill>
                  <a:srgbClr val="314A99"/>
                </a:solidFill>
                <a:latin typeface="Montserrat ExtraBold"/>
                <a:ea typeface="Montserrat ExtraBold"/>
                <a:cs typeface="Montserrat ExtraBold"/>
                <a:sym typeface="Montserrat ExtraBold"/>
              </a:defRPr>
            </a:lvl1pPr>
            <a:lvl2pPr lvl="1">
              <a:spcBef>
                <a:spcPts val="0"/>
              </a:spcBef>
              <a:spcAft>
                <a:spcPts val="0"/>
              </a:spcAft>
              <a:buClr>
                <a:srgbClr val="314A99"/>
              </a:buClr>
              <a:buSzPts val="1400"/>
              <a:buNone/>
              <a:defRPr>
                <a:solidFill>
                  <a:srgbClr val="314A99"/>
                </a:solidFill>
              </a:defRPr>
            </a:lvl2pPr>
            <a:lvl3pPr lvl="2">
              <a:spcBef>
                <a:spcPts val="0"/>
              </a:spcBef>
              <a:spcAft>
                <a:spcPts val="0"/>
              </a:spcAft>
              <a:buClr>
                <a:srgbClr val="314A99"/>
              </a:buClr>
              <a:buSzPts val="1400"/>
              <a:buNone/>
              <a:defRPr>
                <a:solidFill>
                  <a:srgbClr val="314A99"/>
                </a:solidFill>
              </a:defRPr>
            </a:lvl3pPr>
            <a:lvl4pPr lvl="3">
              <a:spcBef>
                <a:spcPts val="0"/>
              </a:spcBef>
              <a:spcAft>
                <a:spcPts val="0"/>
              </a:spcAft>
              <a:buClr>
                <a:srgbClr val="314A99"/>
              </a:buClr>
              <a:buSzPts val="1400"/>
              <a:buNone/>
              <a:defRPr>
                <a:solidFill>
                  <a:srgbClr val="314A99"/>
                </a:solidFill>
              </a:defRPr>
            </a:lvl4pPr>
            <a:lvl5pPr lvl="4">
              <a:spcBef>
                <a:spcPts val="0"/>
              </a:spcBef>
              <a:spcAft>
                <a:spcPts val="0"/>
              </a:spcAft>
              <a:buClr>
                <a:srgbClr val="314A99"/>
              </a:buClr>
              <a:buSzPts val="1400"/>
              <a:buNone/>
              <a:defRPr>
                <a:solidFill>
                  <a:srgbClr val="314A99"/>
                </a:solidFill>
              </a:defRPr>
            </a:lvl5pPr>
            <a:lvl6pPr lvl="5">
              <a:spcBef>
                <a:spcPts val="0"/>
              </a:spcBef>
              <a:spcAft>
                <a:spcPts val="0"/>
              </a:spcAft>
              <a:buClr>
                <a:srgbClr val="314A99"/>
              </a:buClr>
              <a:buSzPts val="1400"/>
              <a:buNone/>
              <a:defRPr>
                <a:solidFill>
                  <a:srgbClr val="314A99"/>
                </a:solidFill>
              </a:defRPr>
            </a:lvl6pPr>
            <a:lvl7pPr lvl="6">
              <a:spcBef>
                <a:spcPts val="0"/>
              </a:spcBef>
              <a:spcAft>
                <a:spcPts val="0"/>
              </a:spcAft>
              <a:buClr>
                <a:srgbClr val="314A99"/>
              </a:buClr>
              <a:buSzPts val="1400"/>
              <a:buNone/>
              <a:defRPr>
                <a:solidFill>
                  <a:srgbClr val="314A99"/>
                </a:solidFill>
              </a:defRPr>
            </a:lvl7pPr>
            <a:lvl8pPr lvl="7">
              <a:spcBef>
                <a:spcPts val="0"/>
              </a:spcBef>
              <a:spcAft>
                <a:spcPts val="0"/>
              </a:spcAft>
              <a:buClr>
                <a:srgbClr val="314A99"/>
              </a:buClr>
              <a:buSzPts val="1400"/>
              <a:buNone/>
              <a:defRPr>
                <a:solidFill>
                  <a:srgbClr val="314A99"/>
                </a:solidFill>
              </a:defRPr>
            </a:lvl8pPr>
            <a:lvl9pPr lvl="8">
              <a:spcBef>
                <a:spcPts val="0"/>
              </a:spcBef>
              <a:spcAft>
                <a:spcPts val="0"/>
              </a:spcAft>
              <a:buClr>
                <a:srgbClr val="314A99"/>
              </a:buClr>
              <a:buSzPts val="1400"/>
              <a:buNone/>
              <a:defRPr>
                <a:solidFill>
                  <a:srgbClr val="314A99"/>
                </a:solidFill>
              </a:defRPr>
            </a:lvl9pPr>
          </a:lstStyle>
          <a:p/>
        </p:txBody>
      </p:sp>
      <p:sp>
        <p:nvSpPr>
          <p:cNvPr id="24" name="Google Shape;24;p6"/>
          <p:cNvSpPr txBox="1"/>
          <p:nvPr>
            <p:ph idx="1" type="subTitle"/>
          </p:nvPr>
        </p:nvSpPr>
        <p:spPr>
          <a:xfrm>
            <a:off x="3398675" y="235098"/>
            <a:ext cx="5236500" cy="409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
          <p:cNvSpPr txBox="1"/>
          <p:nvPr>
            <p:ph idx="2" type="subTitle"/>
          </p:nvPr>
        </p:nvSpPr>
        <p:spPr>
          <a:xfrm>
            <a:off x="3395925" y="4502298"/>
            <a:ext cx="5236500" cy="372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MARCADOR - 1">
  <p:cSld name="SECTION_HEADER_2_2">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7"/>
          <p:cNvSpPr txBox="1"/>
          <p:nvPr>
            <p:ph idx="1" type="body"/>
          </p:nvPr>
        </p:nvSpPr>
        <p:spPr>
          <a:xfrm>
            <a:off x="3512100" y="1228675"/>
            <a:ext cx="5182800" cy="3416400"/>
          </a:xfrm>
          <a:prstGeom prst="rect">
            <a:avLst/>
          </a:prstGeom>
          <a:noFill/>
          <a:ln>
            <a:noFill/>
          </a:ln>
        </p:spPr>
        <p:txBody>
          <a:bodyPr anchorCtr="0" anchor="ctr" bIns="91425" lIns="91425" spcFirstLastPara="1" rIns="91425" wrap="square" tIns="91425">
            <a:noAutofit/>
          </a:bodyPr>
          <a:lstStyle>
            <a:lvl1pPr indent="-355600" lvl="0" marL="457200">
              <a:spcBef>
                <a:spcPts val="0"/>
              </a:spcBef>
              <a:spcAft>
                <a:spcPts val="0"/>
              </a:spcAft>
              <a:buSzPts val="2000"/>
              <a:buFont typeface="Montserrat Medium"/>
              <a:buChar char="●"/>
              <a:defRPr sz="2000">
                <a:latin typeface="Montserrat Medium"/>
                <a:ea typeface="Montserrat Medium"/>
                <a:cs typeface="Montserrat Medium"/>
                <a:sym typeface="Montserrat Medium"/>
              </a:defRPr>
            </a:lvl1pPr>
            <a:lvl2pPr indent="-355600" lvl="1" marL="914400">
              <a:spcBef>
                <a:spcPts val="0"/>
              </a:spcBef>
              <a:spcAft>
                <a:spcPts val="0"/>
              </a:spcAft>
              <a:buSzPts val="2000"/>
              <a:buFont typeface="Montserrat Medium"/>
              <a:buChar char="○"/>
              <a:defRPr sz="2000">
                <a:latin typeface="Montserrat Medium"/>
                <a:ea typeface="Montserrat Medium"/>
                <a:cs typeface="Montserrat Medium"/>
                <a:sym typeface="Montserrat Medium"/>
              </a:defRPr>
            </a:lvl2pPr>
            <a:lvl3pPr indent="-355600" lvl="2" marL="1371600">
              <a:spcBef>
                <a:spcPts val="0"/>
              </a:spcBef>
              <a:spcAft>
                <a:spcPts val="0"/>
              </a:spcAft>
              <a:buSzPts val="2000"/>
              <a:buFont typeface="Montserrat Medium"/>
              <a:buChar char="■"/>
              <a:defRPr sz="2000">
                <a:latin typeface="Montserrat Medium"/>
                <a:ea typeface="Montserrat Medium"/>
                <a:cs typeface="Montserrat Medium"/>
                <a:sym typeface="Montserrat Medium"/>
              </a:defRPr>
            </a:lvl3pPr>
            <a:lvl4pPr indent="-355600" lvl="3" marL="1828800">
              <a:spcBef>
                <a:spcPts val="0"/>
              </a:spcBef>
              <a:spcAft>
                <a:spcPts val="0"/>
              </a:spcAft>
              <a:buSzPts val="2000"/>
              <a:buFont typeface="Montserrat Medium"/>
              <a:buChar char="●"/>
              <a:defRPr sz="2000">
                <a:latin typeface="Montserrat Medium"/>
                <a:ea typeface="Montserrat Medium"/>
                <a:cs typeface="Montserrat Medium"/>
                <a:sym typeface="Montserrat Medium"/>
              </a:defRPr>
            </a:lvl4pPr>
            <a:lvl5pPr indent="-355600" lvl="4" marL="2286000">
              <a:spcBef>
                <a:spcPts val="0"/>
              </a:spcBef>
              <a:spcAft>
                <a:spcPts val="0"/>
              </a:spcAft>
              <a:buSzPts val="2000"/>
              <a:buFont typeface="Montserrat Medium"/>
              <a:buChar char="○"/>
              <a:defRPr sz="2000">
                <a:latin typeface="Montserrat Medium"/>
                <a:ea typeface="Montserrat Medium"/>
                <a:cs typeface="Montserrat Medium"/>
                <a:sym typeface="Montserrat Medium"/>
              </a:defRPr>
            </a:lvl5pPr>
            <a:lvl6pPr indent="-355600" lvl="5" marL="2743200">
              <a:spcBef>
                <a:spcPts val="0"/>
              </a:spcBef>
              <a:spcAft>
                <a:spcPts val="0"/>
              </a:spcAft>
              <a:buSzPts val="2000"/>
              <a:buFont typeface="Montserrat Medium"/>
              <a:buChar char="■"/>
              <a:defRPr sz="2000">
                <a:latin typeface="Montserrat Medium"/>
                <a:ea typeface="Montserrat Medium"/>
                <a:cs typeface="Montserrat Medium"/>
                <a:sym typeface="Montserrat Medium"/>
              </a:defRPr>
            </a:lvl6pPr>
            <a:lvl7pPr indent="-355600" lvl="6" marL="3200400">
              <a:spcBef>
                <a:spcPts val="0"/>
              </a:spcBef>
              <a:spcAft>
                <a:spcPts val="0"/>
              </a:spcAft>
              <a:buSzPts val="2000"/>
              <a:buFont typeface="Montserrat Medium"/>
              <a:buChar char="●"/>
              <a:defRPr sz="2000">
                <a:latin typeface="Montserrat Medium"/>
                <a:ea typeface="Montserrat Medium"/>
                <a:cs typeface="Montserrat Medium"/>
                <a:sym typeface="Montserrat Medium"/>
              </a:defRPr>
            </a:lvl7pPr>
            <a:lvl8pPr indent="-355600" lvl="7" marL="3657600">
              <a:spcBef>
                <a:spcPts val="0"/>
              </a:spcBef>
              <a:spcAft>
                <a:spcPts val="0"/>
              </a:spcAft>
              <a:buSzPts val="2000"/>
              <a:buFont typeface="Montserrat Medium"/>
              <a:buChar char="○"/>
              <a:defRPr sz="2000">
                <a:latin typeface="Montserrat Medium"/>
                <a:ea typeface="Montserrat Medium"/>
                <a:cs typeface="Montserrat Medium"/>
                <a:sym typeface="Montserrat Medium"/>
              </a:defRPr>
            </a:lvl8pPr>
            <a:lvl9pPr indent="-355600" lvl="8" marL="4114800">
              <a:spcBef>
                <a:spcPts val="0"/>
              </a:spcBef>
              <a:spcAft>
                <a:spcPts val="0"/>
              </a:spcAft>
              <a:buSzPts val="2000"/>
              <a:buFont typeface="Montserrat Medium"/>
              <a:buChar char="■"/>
              <a:defRPr sz="2000">
                <a:latin typeface="Montserrat Medium"/>
                <a:ea typeface="Montserrat Medium"/>
                <a:cs typeface="Montserrat Medium"/>
                <a:sym typeface="Montserrat Medium"/>
              </a:defRPr>
            </a:lvl9pPr>
          </a:lstStyle>
          <a:p/>
        </p:txBody>
      </p:sp>
      <p:sp>
        <p:nvSpPr>
          <p:cNvPr id="28" name="Google Shape;28;p7"/>
          <p:cNvSpPr txBox="1"/>
          <p:nvPr>
            <p:ph type="title"/>
          </p:nvPr>
        </p:nvSpPr>
        <p:spPr>
          <a:xfrm>
            <a:off x="256725" y="1747900"/>
            <a:ext cx="2684100" cy="1652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314A99"/>
              </a:buClr>
              <a:buSzPts val="1700"/>
              <a:buFont typeface="Montserrat ExtraBold"/>
              <a:buNone/>
              <a:defRPr sz="1700">
                <a:solidFill>
                  <a:srgbClr val="314A99"/>
                </a:solidFill>
                <a:latin typeface="Montserrat ExtraBold"/>
                <a:ea typeface="Montserrat ExtraBold"/>
                <a:cs typeface="Montserrat ExtraBold"/>
                <a:sym typeface="Montserrat ExtraBold"/>
              </a:defRPr>
            </a:lvl1pPr>
            <a:lvl2pPr lvl="1">
              <a:spcBef>
                <a:spcPts val="0"/>
              </a:spcBef>
              <a:spcAft>
                <a:spcPts val="0"/>
              </a:spcAft>
              <a:buClr>
                <a:srgbClr val="314A99"/>
              </a:buClr>
              <a:buSzPts val="1400"/>
              <a:buNone/>
              <a:defRPr>
                <a:solidFill>
                  <a:srgbClr val="314A99"/>
                </a:solidFill>
              </a:defRPr>
            </a:lvl2pPr>
            <a:lvl3pPr lvl="2">
              <a:spcBef>
                <a:spcPts val="0"/>
              </a:spcBef>
              <a:spcAft>
                <a:spcPts val="0"/>
              </a:spcAft>
              <a:buClr>
                <a:srgbClr val="314A99"/>
              </a:buClr>
              <a:buSzPts val="1400"/>
              <a:buNone/>
              <a:defRPr>
                <a:solidFill>
                  <a:srgbClr val="314A99"/>
                </a:solidFill>
              </a:defRPr>
            </a:lvl3pPr>
            <a:lvl4pPr lvl="3">
              <a:spcBef>
                <a:spcPts val="0"/>
              </a:spcBef>
              <a:spcAft>
                <a:spcPts val="0"/>
              </a:spcAft>
              <a:buClr>
                <a:srgbClr val="314A99"/>
              </a:buClr>
              <a:buSzPts val="1400"/>
              <a:buNone/>
              <a:defRPr>
                <a:solidFill>
                  <a:srgbClr val="314A99"/>
                </a:solidFill>
              </a:defRPr>
            </a:lvl4pPr>
            <a:lvl5pPr lvl="4">
              <a:spcBef>
                <a:spcPts val="0"/>
              </a:spcBef>
              <a:spcAft>
                <a:spcPts val="0"/>
              </a:spcAft>
              <a:buClr>
                <a:srgbClr val="314A99"/>
              </a:buClr>
              <a:buSzPts val="1400"/>
              <a:buNone/>
              <a:defRPr>
                <a:solidFill>
                  <a:srgbClr val="314A99"/>
                </a:solidFill>
              </a:defRPr>
            </a:lvl5pPr>
            <a:lvl6pPr lvl="5">
              <a:spcBef>
                <a:spcPts val="0"/>
              </a:spcBef>
              <a:spcAft>
                <a:spcPts val="0"/>
              </a:spcAft>
              <a:buClr>
                <a:srgbClr val="314A99"/>
              </a:buClr>
              <a:buSzPts val="1400"/>
              <a:buNone/>
              <a:defRPr>
                <a:solidFill>
                  <a:srgbClr val="314A99"/>
                </a:solidFill>
              </a:defRPr>
            </a:lvl6pPr>
            <a:lvl7pPr lvl="6">
              <a:spcBef>
                <a:spcPts val="0"/>
              </a:spcBef>
              <a:spcAft>
                <a:spcPts val="0"/>
              </a:spcAft>
              <a:buClr>
                <a:srgbClr val="314A99"/>
              </a:buClr>
              <a:buSzPts val="1400"/>
              <a:buNone/>
              <a:defRPr>
                <a:solidFill>
                  <a:srgbClr val="314A99"/>
                </a:solidFill>
              </a:defRPr>
            </a:lvl7pPr>
            <a:lvl8pPr lvl="7">
              <a:spcBef>
                <a:spcPts val="0"/>
              </a:spcBef>
              <a:spcAft>
                <a:spcPts val="0"/>
              </a:spcAft>
              <a:buClr>
                <a:srgbClr val="314A99"/>
              </a:buClr>
              <a:buSzPts val="1400"/>
              <a:buNone/>
              <a:defRPr>
                <a:solidFill>
                  <a:srgbClr val="314A99"/>
                </a:solidFill>
              </a:defRPr>
            </a:lvl8pPr>
            <a:lvl9pPr lvl="8">
              <a:spcBef>
                <a:spcPts val="0"/>
              </a:spcBef>
              <a:spcAft>
                <a:spcPts val="0"/>
              </a:spcAft>
              <a:buClr>
                <a:srgbClr val="314A99"/>
              </a:buClr>
              <a:buSzPts val="1400"/>
              <a:buNone/>
              <a:defRPr>
                <a:solidFill>
                  <a:srgbClr val="314A99"/>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MARCADOR - 2">
  <p:cSld name="SECTION_HEADER_2_2_1">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8"/>
          <p:cNvSpPr txBox="1"/>
          <p:nvPr>
            <p:ph idx="1" type="body"/>
          </p:nvPr>
        </p:nvSpPr>
        <p:spPr>
          <a:xfrm>
            <a:off x="852800" y="1228675"/>
            <a:ext cx="7818000" cy="3416400"/>
          </a:xfrm>
          <a:prstGeom prst="rect">
            <a:avLst/>
          </a:prstGeom>
          <a:noFill/>
          <a:ln>
            <a:noFill/>
          </a:ln>
        </p:spPr>
        <p:txBody>
          <a:bodyPr anchorCtr="0" anchor="ctr" bIns="91425" lIns="91425" spcFirstLastPara="1" rIns="91425" wrap="square" tIns="91425">
            <a:noAutofit/>
          </a:bodyPr>
          <a:lstStyle>
            <a:lvl1pPr indent="-355600" lvl="0" marL="457200">
              <a:spcBef>
                <a:spcPts val="0"/>
              </a:spcBef>
              <a:spcAft>
                <a:spcPts val="0"/>
              </a:spcAft>
              <a:buSzPts val="2000"/>
              <a:buFont typeface="Montserrat Medium"/>
              <a:buChar char="●"/>
              <a:defRPr sz="2000">
                <a:latin typeface="Montserrat Medium"/>
                <a:ea typeface="Montserrat Medium"/>
                <a:cs typeface="Montserrat Medium"/>
                <a:sym typeface="Montserrat Medium"/>
              </a:defRPr>
            </a:lvl1pPr>
            <a:lvl2pPr indent="-355600" lvl="1" marL="914400">
              <a:spcBef>
                <a:spcPts val="0"/>
              </a:spcBef>
              <a:spcAft>
                <a:spcPts val="0"/>
              </a:spcAft>
              <a:buSzPts val="2000"/>
              <a:buFont typeface="Montserrat Medium"/>
              <a:buChar char="○"/>
              <a:defRPr sz="2000">
                <a:latin typeface="Montserrat Medium"/>
                <a:ea typeface="Montserrat Medium"/>
                <a:cs typeface="Montserrat Medium"/>
                <a:sym typeface="Montserrat Medium"/>
              </a:defRPr>
            </a:lvl2pPr>
            <a:lvl3pPr indent="-355600" lvl="2" marL="1371600">
              <a:spcBef>
                <a:spcPts val="0"/>
              </a:spcBef>
              <a:spcAft>
                <a:spcPts val="0"/>
              </a:spcAft>
              <a:buSzPts val="2000"/>
              <a:buFont typeface="Montserrat Medium"/>
              <a:buChar char="■"/>
              <a:defRPr sz="2000">
                <a:latin typeface="Montserrat Medium"/>
                <a:ea typeface="Montserrat Medium"/>
                <a:cs typeface="Montserrat Medium"/>
                <a:sym typeface="Montserrat Medium"/>
              </a:defRPr>
            </a:lvl3pPr>
            <a:lvl4pPr indent="-355600" lvl="3" marL="1828800">
              <a:spcBef>
                <a:spcPts val="0"/>
              </a:spcBef>
              <a:spcAft>
                <a:spcPts val="0"/>
              </a:spcAft>
              <a:buSzPts val="2000"/>
              <a:buFont typeface="Montserrat Medium"/>
              <a:buChar char="●"/>
              <a:defRPr sz="2000">
                <a:latin typeface="Montserrat Medium"/>
                <a:ea typeface="Montserrat Medium"/>
                <a:cs typeface="Montserrat Medium"/>
                <a:sym typeface="Montserrat Medium"/>
              </a:defRPr>
            </a:lvl4pPr>
            <a:lvl5pPr indent="-355600" lvl="4" marL="2286000">
              <a:spcBef>
                <a:spcPts val="0"/>
              </a:spcBef>
              <a:spcAft>
                <a:spcPts val="0"/>
              </a:spcAft>
              <a:buSzPts val="2000"/>
              <a:buFont typeface="Montserrat Medium"/>
              <a:buChar char="○"/>
              <a:defRPr sz="2000">
                <a:latin typeface="Montserrat Medium"/>
                <a:ea typeface="Montserrat Medium"/>
                <a:cs typeface="Montserrat Medium"/>
                <a:sym typeface="Montserrat Medium"/>
              </a:defRPr>
            </a:lvl5pPr>
            <a:lvl6pPr indent="-355600" lvl="5" marL="2743200">
              <a:spcBef>
                <a:spcPts val="0"/>
              </a:spcBef>
              <a:spcAft>
                <a:spcPts val="0"/>
              </a:spcAft>
              <a:buSzPts val="2000"/>
              <a:buFont typeface="Montserrat Medium"/>
              <a:buChar char="■"/>
              <a:defRPr sz="2000">
                <a:latin typeface="Montserrat Medium"/>
                <a:ea typeface="Montserrat Medium"/>
                <a:cs typeface="Montserrat Medium"/>
                <a:sym typeface="Montserrat Medium"/>
              </a:defRPr>
            </a:lvl6pPr>
            <a:lvl7pPr indent="-355600" lvl="6" marL="3200400">
              <a:spcBef>
                <a:spcPts val="0"/>
              </a:spcBef>
              <a:spcAft>
                <a:spcPts val="0"/>
              </a:spcAft>
              <a:buSzPts val="2000"/>
              <a:buFont typeface="Montserrat Medium"/>
              <a:buChar char="●"/>
              <a:defRPr sz="2000">
                <a:latin typeface="Montserrat Medium"/>
                <a:ea typeface="Montserrat Medium"/>
                <a:cs typeface="Montserrat Medium"/>
                <a:sym typeface="Montserrat Medium"/>
              </a:defRPr>
            </a:lvl7pPr>
            <a:lvl8pPr indent="-355600" lvl="7" marL="3657600">
              <a:spcBef>
                <a:spcPts val="0"/>
              </a:spcBef>
              <a:spcAft>
                <a:spcPts val="0"/>
              </a:spcAft>
              <a:buSzPts val="2000"/>
              <a:buFont typeface="Montserrat Medium"/>
              <a:buChar char="○"/>
              <a:defRPr sz="2000">
                <a:latin typeface="Montserrat Medium"/>
                <a:ea typeface="Montserrat Medium"/>
                <a:cs typeface="Montserrat Medium"/>
                <a:sym typeface="Montserrat Medium"/>
              </a:defRPr>
            </a:lvl8pPr>
            <a:lvl9pPr indent="-355600" lvl="8" marL="4114800">
              <a:spcBef>
                <a:spcPts val="0"/>
              </a:spcBef>
              <a:spcAft>
                <a:spcPts val="0"/>
              </a:spcAft>
              <a:buSzPts val="2000"/>
              <a:buFont typeface="Montserrat Medium"/>
              <a:buChar char="■"/>
              <a:defRPr sz="2000">
                <a:latin typeface="Montserrat Medium"/>
                <a:ea typeface="Montserrat Medium"/>
                <a:cs typeface="Montserrat Medium"/>
                <a:sym typeface="Montserrat Medium"/>
              </a:defRPr>
            </a:lvl9pPr>
          </a:lstStyle>
          <a:p/>
        </p:txBody>
      </p:sp>
      <p:sp>
        <p:nvSpPr>
          <p:cNvPr id="31" name="Google Shape;31;p8"/>
          <p:cNvSpPr txBox="1"/>
          <p:nvPr>
            <p:ph type="title"/>
          </p:nvPr>
        </p:nvSpPr>
        <p:spPr>
          <a:xfrm>
            <a:off x="2311075" y="237100"/>
            <a:ext cx="6451200" cy="589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314A99"/>
              </a:buClr>
              <a:buSzPts val="2000"/>
              <a:buFont typeface="Montserrat ExtraBold"/>
              <a:buChar char="●"/>
              <a:defRPr sz="2000">
                <a:solidFill>
                  <a:srgbClr val="314A99"/>
                </a:solidFill>
                <a:latin typeface="Montserrat ExtraBold"/>
                <a:ea typeface="Montserrat ExtraBold"/>
                <a:cs typeface="Montserrat ExtraBold"/>
                <a:sym typeface="Montserrat ExtraBold"/>
              </a:defRPr>
            </a:lvl1pPr>
            <a:lvl2pPr lvl="1">
              <a:spcBef>
                <a:spcPts val="0"/>
              </a:spcBef>
              <a:spcAft>
                <a:spcPts val="0"/>
              </a:spcAft>
              <a:buSzPts val="3600"/>
              <a:buChar char="○"/>
              <a:defRPr sz="3600"/>
            </a:lvl2pPr>
            <a:lvl3pPr lvl="2">
              <a:spcBef>
                <a:spcPts val="0"/>
              </a:spcBef>
              <a:spcAft>
                <a:spcPts val="0"/>
              </a:spcAft>
              <a:buSzPts val="3600"/>
              <a:buChar char="■"/>
              <a:defRPr sz="3600"/>
            </a:lvl3pPr>
            <a:lvl4pPr lvl="3">
              <a:spcBef>
                <a:spcPts val="0"/>
              </a:spcBef>
              <a:spcAft>
                <a:spcPts val="0"/>
              </a:spcAft>
              <a:buSzPts val="3600"/>
              <a:buChar char="●"/>
              <a:defRPr sz="3600"/>
            </a:lvl4pPr>
            <a:lvl5pPr lvl="4">
              <a:spcBef>
                <a:spcPts val="0"/>
              </a:spcBef>
              <a:spcAft>
                <a:spcPts val="0"/>
              </a:spcAft>
              <a:buSzPts val="3600"/>
              <a:buChar char="○"/>
              <a:defRPr sz="3600"/>
            </a:lvl5pPr>
            <a:lvl6pPr lvl="5">
              <a:spcBef>
                <a:spcPts val="0"/>
              </a:spcBef>
              <a:spcAft>
                <a:spcPts val="0"/>
              </a:spcAft>
              <a:buSzPts val="3600"/>
              <a:buChar char="■"/>
              <a:defRPr sz="3600"/>
            </a:lvl6pPr>
            <a:lvl7pPr lvl="6">
              <a:spcBef>
                <a:spcPts val="0"/>
              </a:spcBef>
              <a:spcAft>
                <a:spcPts val="0"/>
              </a:spcAft>
              <a:buSzPts val="3600"/>
              <a:buChar char="●"/>
              <a:defRPr sz="3600"/>
            </a:lvl7pPr>
            <a:lvl8pPr lvl="7">
              <a:spcBef>
                <a:spcPts val="0"/>
              </a:spcBef>
              <a:spcAft>
                <a:spcPts val="0"/>
              </a:spcAft>
              <a:buSzPts val="3600"/>
              <a:buChar char="○"/>
              <a:defRPr sz="3600"/>
            </a:lvl8pPr>
            <a:lvl9pPr lvl="8">
              <a:spcBef>
                <a:spcPts val="0"/>
              </a:spcBef>
              <a:spcAft>
                <a:spcPts val="0"/>
              </a:spcAft>
              <a:buSzPts val="3600"/>
              <a:buChar char="■"/>
              <a:defRPr sz="3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MARCADOR/IMAGEM - 1">
  <p:cSld name="SECTION_HEADER_3">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9"/>
          <p:cNvSpPr txBox="1"/>
          <p:nvPr>
            <p:ph type="title"/>
          </p:nvPr>
        </p:nvSpPr>
        <p:spPr>
          <a:xfrm>
            <a:off x="2311075" y="160900"/>
            <a:ext cx="6451200" cy="5895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rgbClr val="314A99"/>
              </a:buClr>
              <a:buSzPts val="2000"/>
              <a:buFont typeface="Montserrat ExtraBold"/>
              <a:buChar char="●"/>
              <a:defRPr sz="2000">
                <a:solidFill>
                  <a:srgbClr val="314A99"/>
                </a:solidFill>
                <a:latin typeface="Montserrat ExtraBold"/>
                <a:ea typeface="Montserrat ExtraBold"/>
                <a:cs typeface="Montserrat ExtraBold"/>
                <a:sym typeface="Montserrat ExtraBold"/>
              </a:defRPr>
            </a:lvl1pPr>
            <a:lvl2pPr lvl="1">
              <a:spcBef>
                <a:spcPts val="0"/>
              </a:spcBef>
              <a:spcAft>
                <a:spcPts val="0"/>
              </a:spcAft>
              <a:buSzPts val="3600"/>
              <a:buChar char="○"/>
              <a:defRPr sz="3600"/>
            </a:lvl2pPr>
            <a:lvl3pPr lvl="2">
              <a:spcBef>
                <a:spcPts val="0"/>
              </a:spcBef>
              <a:spcAft>
                <a:spcPts val="0"/>
              </a:spcAft>
              <a:buSzPts val="3600"/>
              <a:buChar char="■"/>
              <a:defRPr sz="3600"/>
            </a:lvl3pPr>
            <a:lvl4pPr lvl="3">
              <a:spcBef>
                <a:spcPts val="0"/>
              </a:spcBef>
              <a:spcAft>
                <a:spcPts val="0"/>
              </a:spcAft>
              <a:buSzPts val="3600"/>
              <a:buChar char="●"/>
              <a:defRPr sz="3600"/>
            </a:lvl4pPr>
            <a:lvl5pPr lvl="4">
              <a:spcBef>
                <a:spcPts val="0"/>
              </a:spcBef>
              <a:spcAft>
                <a:spcPts val="0"/>
              </a:spcAft>
              <a:buSzPts val="3600"/>
              <a:buChar char="○"/>
              <a:defRPr sz="3600"/>
            </a:lvl5pPr>
            <a:lvl6pPr lvl="5">
              <a:spcBef>
                <a:spcPts val="0"/>
              </a:spcBef>
              <a:spcAft>
                <a:spcPts val="0"/>
              </a:spcAft>
              <a:buSzPts val="3600"/>
              <a:buChar char="■"/>
              <a:defRPr sz="3600"/>
            </a:lvl6pPr>
            <a:lvl7pPr lvl="6">
              <a:spcBef>
                <a:spcPts val="0"/>
              </a:spcBef>
              <a:spcAft>
                <a:spcPts val="0"/>
              </a:spcAft>
              <a:buSzPts val="3600"/>
              <a:buChar char="●"/>
              <a:defRPr sz="3600"/>
            </a:lvl7pPr>
            <a:lvl8pPr lvl="7">
              <a:spcBef>
                <a:spcPts val="0"/>
              </a:spcBef>
              <a:spcAft>
                <a:spcPts val="0"/>
              </a:spcAft>
              <a:buSzPts val="3600"/>
              <a:buChar char="○"/>
              <a:defRPr sz="3600"/>
            </a:lvl8pPr>
            <a:lvl9pPr lvl="8">
              <a:spcBef>
                <a:spcPts val="0"/>
              </a:spcBef>
              <a:spcAft>
                <a:spcPts val="0"/>
              </a:spcAft>
              <a:buSzPts val="3600"/>
              <a:buChar char="■"/>
              <a:defRPr sz="3600"/>
            </a:lvl9pPr>
          </a:lstStyle>
          <a:p/>
        </p:txBody>
      </p:sp>
      <p:sp>
        <p:nvSpPr>
          <p:cNvPr id="34" name="Google Shape;34;p9"/>
          <p:cNvSpPr txBox="1"/>
          <p:nvPr>
            <p:ph idx="1" type="body"/>
          </p:nvPr>
        </p:nvSpPr>
        <p:spPr>
          <a:xfrm>
            <a:off x="852800" y="1228675"/>
            <a:ext cx="4260300" cy="3416400"/>
          </a:xfrm>
          <a:prstGeom prst="rect">
            <a:avLst/>
          </a:prstGeom>
          <a:noFill/>
          <a:ln>
            <a:noFill/>
          </a:ln>
        </p:spPr>
        <p:txBody>
          <a:bodyPr anchorCtr="0" anchor="ctr" bIns="91425" lIns="91425" spcFirstLastPara="1" rIns="91425" wrap="square" tIns="91425">
            <a:noAutofit/>
          </a:bodyPr>
          <a:lstStyle>
            <a:lvl1pPr indent="-355600" lvl="0" marL="4572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1pPr>
            <a:lvl2pPr indent="-355600" lvl="1" marL="9144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2pPr>
            <a:lvl3pPr indent="-355600" lvl="2" marL="13716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3pPr>
            <a:lvl4pPr indent="-355600" lvl="3" marL="18288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4pPr>
            <a:lvl5pPr indent="-355600" lvl="4" marL="22860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5pPr>
            <a:lvl6pPr indent="-355600" lvl="5" marL="27432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6pPr>
            <a:lvl7pPr indent="-355600" lvl="6" marL="32004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7pPr>
            <a:lvl8pPr indent="-355600" lvl="7" marL="36576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8pPr>
            <a:lvl9pPr indent="-355600" lvl="8" marL="4114800">
              <a:spcBef>
                <a:spcPts val="0"/>
              </a:spcBef>
              <a:spcAft>
                <a:spcPts val="0"/>
              </a:spcAft>
              <a:buClr>
                <a:srgbClr val="595959"/>
              </a:buClr>
              <a:buSzPts val="2000"/>
              <a:buFont typeface="Montserrat Medium"/>
              <a:buChar char="■"/>
              <a:defRPr sz="2000">
                <a:solidFill>
                  <a:srgbClr val="595959"/>
                </a:solidFill>
                <a:latin typeface="Montserrat Medium"/>
                <a:ea typeface="Montserrat Medium"/>
                <a:cs typeface="Montserrat Medium"/>
                <a:sym typeface="Montserrat Medium"/>
              </a:defRPr>
            </a:lvl9pPr>
          </a:lstStyle>
          <a:p/>
        </p:txBody>
      </p:sp>
      <p:sp>
        <p:nvSpPr>
          <p:cNvPr id="35" name="Google Shape;35;p9"/>
          <p:cNvSpPr txBox="1"/>
          <p:nvPr>
            <p:ph idx="2" type="subTitle"/>
          </p:nvPr>
        </p:nvSpPr>
        <p:spPr>
          <a:xfrm>
            <a:off x="5227475" y="784025"/>
            <a:ext cx="3534900" cy="409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9"/>
          <p:cNvSpPr txBox="1"/>
          <p:nvPr>
            <p:ph idx="3" type="subTitle"/>
          </p:nvPr>
        </p:nvSpPr>
        <p:spPr>
          <a:xfrm>
            <a:off x="5224725" y="4471268"/>
            <a:ext cx="3534900" cy="372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IMAGEM - 2">
  <p:cSld name="SECTION_HEADER_3_1">
    <p:bg>
      <p:bgPr>
        <a:blipFill>
          <a:blip r:embed="rId2">
            <a:alphaModFix/>
          </a:blip>
          <a:stretch>
            <a:fillRect/>
          </a:stretch>
        </a:blipFill>
      </p:bgPr>
    </p:bg>
    <p:spTree>
      <p:nvGrpSpPr>
        <p:cNvPr id="37" name="Shape 37"/>
        <p:cNvGrpSpPr/>
        <p:nvPr/>
      </p:nvGrpSpPr>
      <p:grpSpPr>
        <a:xfrm>
          <a:off x="0" y="0"/>
          <a:ext cx="0" cy="0"/>
          <a:chOff x="0" y="0"/>
          <a:chExt cx="0" cy="0"/>
        </a:xfrm>
      </p:grpSpPr>
      <p:sp>
        <p:nvSpPr>
          <p:cNvPr id="38" name="Google Shape;38;p10"/>
          <p:cNvSpPr txBox="1"/>
          <p:nvPr>
            <p:ph type="title"/>
          </p:nvPr>
        </p:nvSpPr>
        <p:spPr>
          <a:xfrm>
            <a:off x="513175" y="1105500"/>
            <a:ext cx="4559100" cy="32970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2"/>
              </a:buClr>
              <a:buSzPts val="2000"/>
              <a:buFont typeface="Montserrat Medium"/>
              <a:buChar char="●"/>
              <a:defRPr sz="2000">
                <a:solidFill>
                  <a:schemeClr val="dk2"/>
                </a:solidFill>
                <a:latin typeface="Montserrat Medium"/>
                <a:ea typeface="Montserrat Medium"/>
                <a:cs typeface="Montserrat Medium"/>
                <a:sym typeface="Montserrat Medium"/>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 name="Google Shape;39;p10"/>
          <p:cNvSpPr txBox="1"/>
          <p:nvPr>
            <p:ph idx="2" type="title"/>
          </p:nvPr>
        </p:nvSpPr>
        <p:spPr>
          <a:xfrm>
            <a:off x="1320475" y="319606"/>
            <a:ext cx="7441800" cy="5895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2000"/>
              <a:buFont typeface="Montserrat ExtraBold"/>
              <a:buChar char="●"/>
              <a:defRPr sz="20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3600"/>
              <a:buChar char="○"/>
              <a:defRPr sz="3600"/>
            </a:lvl2pPr>
            <a:lvl3pPr lvl="2">
              <a:spcBef>
                <a:spcPts val="0"/>
              </a:spcBef>
              <a:spcAft>
                <a:spcPts val="0"/>
              </a:spcAft>
              <a:buSzPts val="3600"/>
              <a:buChar char="■"/>
              <a:defRPr sz="3600"/>
            </a:lvl3pPr>
            <a:lvl4pPr lvl="3">
              <a:spcBef>
                <a:spcPts val="0"/>
              </a:spcBef>
              <a:spcAft>
                <a:spcPts val="0"/>
              </a:spcAft>
              <a:buSzPts val="3600"/>
              <a:buChar char="●"/>
              <a:defRPr sz="3600"/>
            </a:lvl4pPr>
            <a:lvl5pPr lvl="4">
              <a:spcBef>
                <a:spcPts val="0"/>
              </a:spcBef>
              <a:spcAft>
                <a:spcPts val="0"/>
              </a:spcAft>
              <a:buSzPts val="3600"/>
              <a:buChar char="○"/>
              <a:defRPr sz="3600"/>
            </a:lvl5pPr>
            <a:lvl6pPr lvl="5">
              <a:spcBef>
                <a:spcPts val="0"/>
              </a:spcBef>
              <a:spcAft>
                <a:spcPts val="0"/>
              </a:spcAft>
              <a:buSzPts val="3600"/>
              <a:buChar char="■"/>
              <a:defRPr sz="3600"/>
            </a:lvl6pPr>
            <a:lvl7pPr lvl="6">
              <a:spcBef>
                <a:spcPts val="0"/>
              </a:spcBef>
              <a:spcAft>
                <a:spcPts val="0"/>
              </a:spcAft>
              <a:buSzPts val="3600"/>
              <a:buChar char="●"/>
              <a:defRPr sz="3600"/>
            </a:lvl7pPr>
            <a:lvl8pPr lvl="7">
              <a:spcBef>
                <a:spcPts val="0"/>
              </a:spcBef>
              <a:spcAft>
                <a:spcPts val="0"/>
              </a:spcAft>
              <a:buSzPts val="3600"/>
              <a:buChar char="○"/>
              <a:defRPr sz="3600"/>
            </a:lvl8pPr>
            <a:lvl9pPr lvl="8">
              <a:spcBef>
                <a:spcPts val="0"/>
              </a:spcBef>
              <a:spcAft>
                <a:spcPts val="0"/>
              </a:spcAft>
              <a:buSzPts val="3600"/>
              <a:buChar char="■"/>
              <a:defRPr sz="3600"/>
            </a:lvl9pPr>
          </a:lstStyle>
          <a:p/>
        </p:txBody>
      </p:sp>
      <p:sp>
        <p:nvSpPr>
          <p:cNvPr id="40" name="Google Shape;40;p10"/>
          <p:cNvSpPr txBox="1"/>
          <p:nvPr>
            <p:ph idx="1" type="subTitle"/>
          </p:nvPr>
        </p:nvSpPr>
        <p:spPr>
          <a:xfrm>
            <a:off x="5227475" y="1096583"/>
            <a:ext cx="3534900" cy="409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0"/>
          <p:cNvSpPr txBox="1"/>
          <p:nvPr>
            <p:ph idx="3" type="subTitle"/>
          </p:nvPr>
        </p:nvSpPr>
        <p:spPr>
          <a:xfrm>
            <a:off x="5224725" y="4447995"/>
            <a:ext cx="3534900" cy="372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CORRIDO - 2">
  <p:cSld name="SECTION_HEADER_3_1_1">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1"/>
          <p:cNvSpPr txBox="1"/>
          <p:nvPr>
            <p:ph type="title"/>
          </p:nvPr>
        </p:nvSpPr>
        <p:spPr>
          <a:xfrm>
            <a:off x="513175" y="1105500"/>
            <a:ext cx="8249100" cy="32970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2"/>
              </a:buClr>
              <a:buSzPts val="2000"/>
              <a:buFont typeface="Montserrat Medium"/>
              <a:buChar char="●"/>
              <a:defRPr sz="2000">
                <a:solidFill>
                  <a:schemeClr val="dk2"/>
                </a:solidFill>
                <a:latin typeface="Montserrat Medium"/>
                <a:ea typeface="Montserrat Medium"/>
                <a:cs typeface="Montserrat Medium"/>
                <a:sym typeface="Montserrat Medium"/>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4" name="Google Shape;44;p11"/>
          <p:cNvSpPr txBox="1"/>
          <p:nvPr>
            <p:ph idx="2" type="title"/>
          </p:nvPr>
        </p:nvSpPr>
        <p:spPr>
          <a:xfrm>
            <a:off x="1320475" y="319606"/>
            <a:ext cx="7441800" cy="5895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2000"/>
              <a:buFont typeface="Montserrat ExtraBold"/>
              <a:buChar char="●"/>
              <a:defRPr sz="20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3600"/>
              <a:buChar char="○"/>
              <a:defRPr sz="3600"/>
            </a:lvl2pPr>
            <a:lvl3pPr lvl="2">
              <a:spcBef>
                <a:spcPts val="0"/>
              </a:spcBef>
              <a:spcAft>
                <a:spcPts val="0"/>
              </a:spcAft>
              <a:buSzPts val="3600"/>
              <a:buChar char="■"/>
              <a:defRPr sz="3600"/>
            </a:lvl3pPr>
            <a:lvl4pPr lvl="3">
              <a:spcBef>
                <a:spcPts val="0"/>
              </a:spcBef>
              <a:spcAft>
                <a:spcPts val="0"/>
              </a:spcAft>
              <a:buSzPts val="3600"/>
              <a:buChar char="●"/>
              <a:defRPr sz="3600"/>
            </a:lvl4pPr>
            <a:lvl5pPr lvl="4">
              <a:spcBef>
                <a:spcPts val="0"/>
              </a:spcBef>
              <a:spcAft>
                <a:spcPts val="0"/>
              </a:spcAft>
              <a:buSzPts val="3600"/>
              <a:buChar char="○"/>
              <a:defRPr sz="3600"/>
            </a:lvl5pPr>
            <a:lvl6pPr lvl="5">
              <a:spcBef>
                <a:spcPts val="0"/>
              </a:spcBef>
              <a:spcAft>
                <a:spcPts val="0"/>
              </a:spcAft>
              <a:buSzPts val="3600"/>
              <a:buChar char="■"/>
              <a:defRPr sz="3600"/>
            </a:lvl6pPr>
            <a:lvl7pPr lvl="6">
              <a:spcBef>
                <a:spcPts val="0"/>
              </a:spcBef>
              <a:spcAft>
                <a:spcPts val="0"/>
              </a:spcAft>
              <a:buSzPts val="3600"/>
              <a:buChar char="●"/>
              <a:defRPr sz="3600"/>
            </a:lvl7pPr>
            <a:lvl8pPr lvl="7">
              <a:spcBef>
                <a:spcPts val="0"/>
              </a:spcBef>
              <a:spcAft>
                <a:spcPts val="0"/>
              </a:spcAft>
              <a:buSzPts val="3600"/>
              <a:buChar char="○"/>
              <a:defRPr sz="3600"/>
            </a:lvl8pPr>
            <a:lvl9pPr lvl="8">
              <a:spcBef>
                <a:spcPts val="0"/>
              </a:spcBef>
              <a:spcAft>
                <a:spcPts val="0"/>
              </a:spcAft>
              <a:buSzPts val="3600"/>
              <a:buChar char="■"/>
              <a:defRPr sz="3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MARCADOR - 3">
  <p:cSld name="SECTION_HEADER_3_1_1_1">
    <p:bg>
      <p:bgPr>
        <a:blipFill>
          <a:blip r:embed="rId2">
            <a:alphaModFix/>
          </a:blip>
          <a:stretch>
            <a:fillRect/>
          </a:stretch>
        </a:blipFill>
      </p:bgPr>
    </p:bg>
    <p:spTree>
      <p:nvGrpSpPr>
        <p:cNvPr id="45" name="Shape 45"/>
        <p:cNvGrpSpPr/>
        <p:nvPr/>
      </p:nvGrpSpPr>
      <p:grpSpPr>
        <a:xfrm>
          <a:off x="0" y="0"/>
          <a:ext cx="0" cy="0"/>
          <a:chOff x="0" y="0"/>
          <a:chExt cx="0" cy="0"/>
        </a:xfrm>
      </p:grpSpPr>
      <p:sp>
        <p:nvSpPr>
          <p:cNvPr id="46" name="Google Shape;46;p12"/>
          <p:cNvSpPr txBox="1"/>
          <p:nvPr>
            <p:ph type="title"/>
          </p:nvPr>
        </p:nvSpPr>
        <p:spPr>
          <a:xfrm>
            <a:off x="1320475" y="319606"/>
            <a:ext cx="7441800" cy="5895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2000"/>
              <a:buFont typeface="Montserrat ExtraBold"/>
              <a:buChar char="●"/>
              <a:defRPr sz="20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3600"/>
              <a:buChar char="○"/>
              <a:defRPr sz="3600"/>
            </a:lvl2pPr>
            <a:lvl3pPr lvl="2">
              <a:spcBef>
                <a:spcPts val="0"/>
              </a:spcBef>
              <a:spcAft>
                <a:spcPts val="0"/>
              </a:spcAft>
              <a:buSzPts val="3600"/>
              <a:buChar char="■"/>
              <a:defRPr sz="3600"/>
            </a:lvl3pPr>
            <a:lvl4pPr lvl="3">
              <a:spcBef>
                <a:spcPts val="0"/>
              </a:spcBef>
              <a:spcAft>
                <a:spcPts val="0"/>
              </a:spcAft>
              <a:buSzPts val="3600"/>
              <a:buChar char="●"/>
              <a:defRPr sz="3600"/>
            </a:lvl4pPr>
            <a:lvl5pPr lvl="4">
              <a:spcBef>
                <a:spcPts val="0"/>
              </a:spcBef>
              <a:spcAft>
                <a:spcPts val="0"/>
              </a:spcAft>
              <a:buSzPts val="3600"/>
              <a:buChar char="○"/>
              <a:defRPr sz="3600"/>
            </a:lvl5pPr>
            <a:lvl6pPr lvl="5">
              <a:spcBef>
                <a:spcPts val="0"/>
              </a:spcBef>
              <a:spcAft>
                <a:spcPts val="0"/>
              </a:spcAft>
              <a:buSzPts val="3600"/>
              <a:buChar char="■"/>
              <a:defRPr sz="3600"/>
            </a:lvl6pPr>
            <a:lvl7pPr lvl="6">
              <a:spcBef>
                <a:spcPts val="0"/>
              </a:spcBef>
              <a:spcAft>
                <a:spcPts val="0"/>
              </a:spcAft>
              <a:buSzPts val="3600"/>
              <a:buChar char="●"/>
              <a:defRPr sz="3600"/>
            </a:lvl7pPr>
            <a:lvl8pPr lvl="7">
              <a:spcBef>
                <a:spcPts val="0"/>
              </a:spcBef>
              <a:spcAft>
                <a:spcPts val="0"/>
              </a:spcAft>
              <a:buSzPts val="3600"/>
              <a:buChar char="○"/>
              <a:defRPr sz="3600"/>
            </a:lvl8pPr>
            <a:lvl9pPr lvl="8">
              <a:spcBef>
                <a:spcPts val="0"/>
              </a:spcBef>
              <a:spcAft>
                <a:spcPts val="0"/>
              </a:spcAft>
              <a:buSzPts val="3600"/>
              <a:buChar char="■"/>
              <a:defRPr sz="3600"/>
            </a:lvl9pPr>
          </a:lstStyle>
          <a:p/>
        </p:txBody>
      </p:sp>
      <p:sp>
        <p:nvSpPr>
          <p:cNvPr id="47" name="Google Shape;47;p12"/>
          <p:cNvSpPr txBox="1"/>
          <p:nvPr>
            <p:ph idx="1" type="body"/>
          </p:nvPr>
        </p:nvSpPr>
        <p:spPr>
          <a:xfrm>
            <a:off x="400300" y="1228675"/>
            <a:ext cx="8270400" cy="3416400"/>
          </a:xfrm>
          <a:prstGeom prst="rect">
            <a:avLst/>
          </a:prstGeom>
          <a:noFill/>
          <a:ln>
            <a:noFill/>
          </a:ln>
        </p:spPr>
        <p:txBody>
          <a:bodyPr anchorCtr="0" anchor="ctr" bIns="91425" lIns="91425" spcFirstLastPara="1" rIns="91425" wrap="square" tIns="91425">
            <a:noAutofit/>
          </a:bodyPr>
          <a:lstStyle>
            <a:lvl1pPr indent="-355600" lvl="0" marL="457200">
              <a:spcBef>
                <a:spcPts val="0"/>
              </a:spcBef>
              <a:spcAft>
                <a:spcPts val="0"/>
              </a:spcAft>
              <a:buSzPts val="2000"/>
              <a:buFont typeface="Montserrat Medium"/>
              <a:buChar char="●"/>
              <a:defRPr sz="2000">
                <a:latin typeface="Montserrat Medium"/>
                <a:ea typeface="Montserrat Medium"/>
                <a:cs typeface="Montserrat Medium"/>
                <a:sym typeface="Montserrat Medium"/>
              </a:defRPr>
            </a:lvl1pPr>
            <a:lvl2pPr indent="-355600" lvl="1" marL="914400">
              <a:spcBef>
                <a:spcPts val="0"/>
              </a:spcBef>
              <a:spcAft>
                <a:spcPts val="0"/>
              </a:spcAft>
              <a:buSzPts val="2000"/>
              <a:buFont typeface="Montserrat Medium"/>
              <a:buChar char="○"/>
              <a:defRPr sz="2000">
                <a:latin typeface="Montserrat Medium"/>
                <a:ea typeface="Montserrat Medium"/>
                <a:cs typeface="Montserrat Medium"/>
                <a:sym typeface="Montserrat Medium"/>
              </a:defRPr>
            </a:lvl2pPr>
            <a:lvl3pPr indent="-355600" lvl="2" marL="1371600">
              <a:spcBef>
                <a:spcPts val="0"/>
              </a:spcBef>
              <a:spcAft>
                <a:spcPts val="0"/>
              </a:spcAft>
              <a:buSzPts val="2000"/>
              <a:buFont typeface="Montserrat Medium"/>
              <a:buChar char="■"/>
              <a:defRPr sz="2000">
                <a:latin typeface="Montserrat Medium"/>
                <a:ea typeface="Montserrat Medium"/>
                <a:cs typeface="Montserrat Medium"/>
                <a:sym typeface="Montserrat Medium"/>
              </a:defRPr>
            </a:lvl3pPr>
            <a:lvl4pPr indent="-355600" lvl="3" marL="1828800">
              <a:spcBef>
                <a:spcPts val="0"/>
              </a:spcBef>
              <a:spcAft>
                <a:spcPts val="0"/>
              </a:spcAft>
              <a:buSzPts val="2000"/>
              <a:buFont typeface="Montserrat Medium"/>
              <a:buChar char="●"/>
              <a:defRPr sz="2000">
                <a:latin typeface="Montserrat Medium"/>
                <a:ea typeface="Montserrat Medium"/>
                <a:cs typeface="Montserrat Medium"/>
                <a:sym typeface="Montserrat Medium"/>
              </a:defRPr>
            </a:lvl4pPr>
            <a:lvl5pPr indent="-355600" lvl="4" marL="2286000">
              <a:spcBef>
                <a:spcPts val="0"/>
              </a:spcBef>
              <a:spcAft>
                <a:spcPts val="0"/>
              </a:spcAft>
              <a:buSzPts val="2000"/>
              <a:buFont typeface="Montserrat Medium"/>
              <a:buChar char="○"/>
              <a:defRPr sz="2000">
                <a:latin typeface="Montserrat Medium"/>
                <a:ea typeface="Montserrat Medium"/>
                <a:cs typeface="Montserrat Medium"/>
                <a:sym typeface="Montserrat Medium"/>
              </a:defRPr>
            </a:lvl5pPr>
            <a:lvl6pPr indent="-355600" lvl="5" marL="2743200">
              <a:spcBef>
                <a:spcPts val="0"/>
              </a:spcBef>
              <a:spcAft>
                <a:spcPts val="0"/>
              </a:spcAft>
              <a:buSzPts val="2000"/>
              <a:buFont typeface="Montserrat Medium"/>
              <a:buChar char="■"/>
              <a:defRPr sz="2000">
                <a:latin typeface="Montserrat Medium"/>
                <a:ea typeface="Montserrat Medium"/>
                <a:cs typeface="Montserrat Medium"/>
                <a:sym typeface="Montserrat Medium"/>
              </a:defRPr>
            </a:lvl6pPr>
            <a:lvl7pPr indent="-355600" lvl="6" marL="3200400">
              <a:spcBef>
                <a:spcPts val="0"/>
              </a:spcBef>
              <a:spcAft>
                <a:spcPts val="0"/>
              </a:spcAft>
              <a:buSzPts val="2000"/>
              <a:buFont typeface="Montserrat Medium"/>
              <a:buChar char="●"/>
              <a:defRPr sz="2000">
                <a:latin typeface="Montserrat Medium"/>
                <a:ea typeface="Montserrat Medium"/>
                <a:cs typeface="Montserrat Medium"/>
                <a:sym typeface="Montserrat Medium"/>
              </a:defRPr>
            </a:lvl7pPr>
            <a:lvl8pPr indent="-355600" lvl="7" marL="3657600">
              <a:spcBef>
                <a:spcPts val="0"/>
              </a:spcBef>
              <a:spcAft>
                <a:spcPts val="0"/>
              </a:spcAft>
              <a:buSzPts val="2000"/>
              <a:buFont typeface="Montserrat Medium"/>
              <a:buChar char="○"/>
              <a:defRPr sz="2000">
                <a:latin typeface="Montserrat Medium"/>
                <a:ea typeface="Montserrat Medium"/>
                <a:cs typeface="Montserrat Medium"/>
                <a:sym typeface="Montserrat Medium"/>
              </a:defRPr>
            </a:lvl8pPr>
            <a:lvl9pPr indent="-355600" lvl="8" marL="4114800">
              <a:spcBef>
                <a:spcPts val="0"/>
              </a:spcBef>
              <a:spcAft>
                <a:spcPts val="0"/>
              </a:spcAft>
              <a:buSzPts val="2000"/>
              <a:buFont typeface="Montserrat Medium"/>
              <a:buChar char="■"/>
              <a:defRPr sz="2000">
                <a:latin typeface="Montserrat Medium"/>
                <a:ea typeface="Montserrat Medium"/>
                <a:cs typeface="Montserrat Medium"/>
                <a:sym typeface="Montserrat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VIDEO - 2">
  <p:cSld name="SECTION_HEADER_3_1_1_2">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3"/>
          <p:cNvSpPr txBox="1"/>
          <p:nvPr>
            <p:ph type="title"/>
          </p:nvPr>
        </p:nvSpPr>
        <p:spPr>
          <a:xfrm>
            <a:off x="1320475" y="319606"/>
            <a:ext cx="7441800" cy="5895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2000"/>
              <a:buFont typeface="Montserrat ExtraBold"/>
              <a:buChar char="●"/>
              <a:defRPr sz="20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3600"/>
              <a:buChar char="○"/>
              <a:defRPr sz="3600"/>
            </a:lvl2pPr>
            <a:lvl3pPr lvl="2">
              <a:spcBef>
                <a:spcPts val="0"/>
              </a:spcBef>
              <a:spcAft>
                <a:spcPts val="0"/>
              </a:spcAft>
              <a:buSzPts val="3600"/>
              <a:buChar char="■"/>
              <a:defRPr sz="3600"/>
            </a:lvl3pPr>
            <a:lvl4pPr lvl="3">
              <a:spcBef>
                <a:spcPts val="0"/>
              </a:spcBef>
              <a:spcAft>
                <a:spcPts val="0"/>
              </a:spcAft>
              <a:buSzPts val="3600"/>
              <a:buChar char="●"/>
              <a:defRPr sz="3600"/>
            </a:lvl4pPr>
            <a:lvl5pPr lvl="4">
              <a:spcBef>
                <a:spcPts val="0"/>
              </a:spcBef>
              <a:spcAft>
                <a:spcPts val="0"/>
              </a:spcAft>
              <a:buSzPts val="3600"/>
              <a:buChar char="○"/>
              <a:defRPr sz="3600"/>
            </a:lvl5pPr>
            <a:lvl6pPr lvl="5">
              <a:spcBef>
                <a:spcPts val="0"/>
              </a:spcBef>
              <a:spcAft>
                <a:spcPts val="0"/>
              </a:spcAft>
              <a:buSzPts val="3600"/>
              <a:buChar char="■"/>
              <a:defRPr sz="3600"/>
            </a:lvl6pPr>
            <a:lvl7pPr lvl="6">
              <a:spcBef>
                <a:spcPts val="0"/>
              </a:spcBef>
              <a:spcAft>
                <a:spcPts val="0"/>
              </a:spcAft>
              <a:buSzPts val="3600"/>
              <a:buChar char="●"/>
              <a:defRPr sz="3600"/>
            </a:lvl7pPr>
            <a:lvl8pPr lvl="7">
              <a:spcBef>
                <a:spcPts val="0"/>
              </a:spcBef>
              <a:spcAft>
                <a:spcPts val="0"/>
              </a:spcAft>
              <a:buSzPts val="3600"/>
              <a:buChar char="○"/>
              <a:defRPr sz="3600"/>
            </a:lvl8pPr>
            <a:lvl9pPr lvl="8">
              <a:spcBef>
                <a:spcPts val="0"/>
              </a:spcBef>
              <a:spcAft>
                <a:spcPts val="0"/>
              </a:spcAft>
              <a:buSzPts val="3600"/>
              <a:buChar char="■"/>
              <a:defRPr sz="3600"/>
            </a:lvl9pPr>
          </a:lstStyle>
          <a:p/>
        </p:txBody>
      </p:sp>
      <p:sp>
        <p:nvSpPr>
          <p:cNvPr id="50" name="Google Shape;50;p13"/>
          <p:cNvSpPr txBox="1"/>
          <p:nvPr>
            <p:ph idx="1" type="subTitle"/>
          </p:nvPr>
        </p:nvSpPr>
        <p:spPr>
          <a:xfrm>
            <a:off x="403601" y="1088814"/>
            <a:ext cx="5236500" cy="409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2" type="subTitle"/>
          </p:nvPr>
        </p:nvSpPr>
        <p:spPr>
          <a:xfrm>
            <a:off x="400851" y="4426098"/>
            <a:ext cx="5236500" cy="372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Montserrat"/>
              <a:buNone/>
              <a:defRPr sz="1100">
                <a:latin typeface="Montserrat"/>
                <a:ea typeface="Montserrat"/>
                <a:cs typeface="Montserrat"/>
                <a:sym typeface="Montserra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ÇÃO DE ASSUNTO">
  <p:cSld name="CUSTOM">
    <p:bg>
      <p:bgPr>
        <a:blipFill>
          <a:blip r:embed="rId2">
            <a:alphaModFix/>
          </a:blip>
          <a:stretch>
            <a:fillRect/>
          </a:stretch>
        </a:blipFill>
      </p:bgPr>
    </p:bg>
    <p:spTree>
      <p:nvGrpSpPr>
        <p:cNvPr id="52" name="Shape 52"/>
        <p:cNvGrpSpPr/>
        <p:nvPr/>
      </p:nvGrpSpPr>
      <p:grpSpPr>
        <a:xfrm>
          <a:off x="0" y="0"/>
          <a:ext cx="0" cy="0"/>
          <a:chOff x="0" y="0"/>
          <a:chExt cx="0" cy="0"/>
        </a:xfrm>
      </p:grpSpPr>
      <p:sp>
        <p:nvSpPr>
          <p:cNvPr id="53" name="Google Shape;53;p14"/>
          <p:cNvSpPr txBox="1"/>
          <p:nvPr>
            <p:ph type="ctrTitle"/>
          </p:nvPr>
        </p:nvSpPr>
        <p:spPr>
          <a:xfrm>
            <a:off x="1850650" y="920275"/>
            <a:ext cx="5841900" cy="2052600"/>
          </a:xfrm>
          <a:prstGeom prst="rect">
            <a:avLst/>
          </a:prstGeom>
          <a:noFill/>
          <a:ln>
            <a:noFill/>
          </a:ln>
          <a:effectLst>
            <a:outerShdw blurRad="57150" rotWithShape="0" algn="bl" dir="5400000" dist="19050">
              <a:srgbClr val="000000">
                <a:alpha val="11999"/>
              </a:srgbClr>
            </a:outerShdw>
          </a:effectLst>
        </p:spPr>
        <p:txBody>
          <a:bodyPr anchorCtr="0" anchor="b" bIns="91425" lIns="91425" spcFirstLastPara="1" rIns="91425" wrap="square" tIns="91425">
            <a:noAutofit/>
          </a:bodyPr>
          <a:lstStyle>
            <a:lvl1pPr lvl="0">
              <a:spcBef>
                <a:spcPts val="0"/>
              </a:spcBef>
              <a:spcAft>
                <a:spcPts val="0"/>
              </a:spcAft>
              <a:buClr>
                <a:schemeClr val="lt1"/>
              </a:buClr>
              <a:buSzPts val="2600"/>
              <a:buFont typeface="Montserrat Black"/>
              <a:buChar char="●"/>
              <a:defRPr sz="2600">
                <a:solidFill>
                  <a:schemeClr val="lt1"/>
                </a:solidFill>
                <a:latin typeface="Montserrat Black"/>
                <a:ea typeface="Montserrat Black"/>
                <a:cs typeface="Montserrat Black"/>
                <a:sym typeface="Montserrat Black"/>
              </a:defRPr>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54" name="Google Shape;54;p14"/>
          <p:cNvSpPr txBox="1"/>
          <p:nvPr>
            <p:ph idx="1" type="subTitle"/>
          </p:nvPr>
        </p:nvSpPr>
        <p:spPr>
          <a:xfrm>
            <a:off x="1903605" y="3870204"/>
            <a:ext cx="4053300" cy="472200"/>
          </a:xfrm>
          <a:prstGeom prst="rect">
            <a:avLst/>
          </a:prstGeom>
          <a:noFill/>
          <a:ln>
            <a:noFill/>
          </a:ln>
        </p:spPr>
        <p:txBody>
          <a:bodyPr anchorCtr="0" anchor="ctr" bIns="91425" lIns="91425" spcFirstLastPara="1" rIns="91425" wrap="square" tIns="91425">
            <a:noAutofit/>
          </a:bodyPr>
          <a:lstStyle>
            <a:lvl1pPr lvl="0">
              <a:lnSpc>
                <a:spcPct val="100000"/>
              </a:lnSpc>
              <a:spcBef>
                <a:spcPts val="0"/>
              </a:spcBef>
              <a:spcAft>
                <a:spcPts val="0"/>
              </a:spcAft>
              <a:buClr>
                <a:srgbClr val="314A99"/>
              </a:buClr>
              <a:buSzPts val="1600"/>
              <a:buFont typeface="Montserrat SemiBold"/>
              <a:buNone/>
              <a:defRPr sz="1600">
                <a:solidFill>
                  <a:srgbClr val="314A99"/>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p:cSld name="SECTION_HEADER_1_1">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256725" y="1747900"/>
            <a:ext cx="2684100" cy="1652400"/>
          </a:xfrm>
          <a:prstGeom prst="rect">
            <a:avLst/>
          </a:prstGeom>
          <a:noFill/>
          <a:ln>
            <a:noFill/>
          </a:ln>
          <a:effectLst>
            <a:outerShdw blurRad="57150" rotWithShape="0" algn="bl" dir="5400000" dist="19050">
              <a:srgbClr val="000000">
                <a:alpha val="11999"/>
              </a:srgbClr>
            </a:outerShdw>
          </a:effectLst>
        </p:spPr>
        <p:txBody>
          <a:bodyPr anchorCtr="0" anchor="ctr" bIns="91425" lIns="91425" spcFirstLastPara="1" rIns="91425" wrap="square" tIns="91425">
            <a:noAutofit/>
          </a:bodyPr>
          <a:lstStyle>
            <a:lvl1pPr lvl="0">
              <a:spcBef>
                <a:spcPts val="0"/>
              </a:spcBef>
              <a:spcAft>
                <a:spcPts val="0"/>
              </a:spcAft>
              <a:buClr>
                <a:schemeClr val="lt1"/>
              </a:buClr>
              <a:buSzPts val="2100"/>
              <a:buFont typeface="Montserrat ExtraBold"/>
              <a:buNone/>
              <a:defRPr sz="2100">
                <a:solidFill>
                  <a:schemeClr val="lt1"/>
                </a:solidFill>
                <a:latin typeface="Montserrat ExtraBold"/>
                <a:ea typeface="Montserrat ExtraBold"/>
                <a:cs typeface="Montserrat ExtraBold"/>
                <a:sym typeface="Montserrat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hyperlink" Target="mailto:e-mail.servidor@ifes.edu.br" TargetMode="External"/><Relationship Id="rId4" Type="http://schemas.openxmlformats.org/officeDocument/2006/relationships/hyperlink" Target="http://cefor.ifes.edu.br" TargetMode="External"/><Relationship Id="rId5" Type="http://schemas.openxmlformats.org/officeDocument/2006/relationships/hyperlink" Target="https://www.instagram.com/ifescefor?igsh=MWtnYjJxYTNsdWY3dg==" TargetMode="External"/><Relationship Id="rId6" Type="http://schemas.openxmlformats.org/officeDocument/2006/relationships/hyperlink" Target="https://www.youtube.com/@IfesCefo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6"/>
          <p:cNvSpPr txBox="1"/>
          <p:nvPr>
            <p:ph idx="2" type="subTitle"/>
          </p:nvPr>
        </p:nvSpPr>
        <p:spPr>
          <a:xfrm>
            <a:off x="1675000" y="3556725"/>
            <a:ext cx="4300500" cy="777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1400"/>
              <a:t>A SEGUIR APRESENTAMOS OS LAYOUTS DISPONÍVEIS</a:t>
            </a:r>
            <a:endParaRPr sz="1400"/>
          </a:p>
        </p:txBody>
      </p:sp>
      <p:grpSp>
        <p:nvGrpSpPr>
          <p:cNvPr id="62" name="Google Shape;62;p16"/>
          <p:cNvGrpSpPr/>
          <p:nvPr/>
        </p:nvGrpSpPr>
        <p:grpSpPr>
          <a:xfrm>
            <a:off x="3511805" y="393974"/>
            <a:ext cx="2806481" cy="777678"/>
            <a:chOff x="99575" y="1565375"/>
            <a:chExt cx="2806200" cy="777600"/>
          </a:xfrm>
        </p:grpSpPr>
        <p:sp>
          <p:nvSpPr>
            <p:cNvPr id="63" name="Google Shape;63;p16"/>
            <p:cNvSpPr/>
            <p:nvPr/>
          </p:nvSpPr>
          <p:spPr>
            <a:xfrm>
              <a:off x="99575" y="1565375"/>
              <a:ext cx="2806200" cy="777600"/>
            </a:xfrm>
            <a:prstGeom prst="rect">
              <a:avLst/>
            </a:prstGeom>
            <a:solidFill>
              <a:schemeClr val="lt2"/>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6"/>
            <p:cNvSpPr txBox="1"/>
            <p:nvPr/>
          </p:nvSpPr>
          <p:spPr>
            <a:xfrm>
              <a:off x="260086" y="1583813"/>
              <a:ext cx="2485200" cy="74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t-BR" sz="3300">
                  <a:solidFill>
                    <a:srgbClr val="980000"/>
                  </a:solidFill>
                </a:rPr>
                <a:t>ATENÇÃO</a:t>
              </a:r>
              <a:endParaRPr b="1" sz="3300">
                <a:solidFill>
                  <a:srgbClr val="980000"/>
                </a:solidFill>
              </a:endParaRPr>
            </a:p>
          </p:txBody>
        </p:sp>
      </p:grpSp>
      <p:grpSp>
        <p:nvGrpSpPr>
          <p:cNvPr id="65" name="Google Shape;65;p16"/>
          <p:cNvGrpSpPr/>
          <p:nvPr/>
        </p:nvGrpSpPr>
        <p:grpSpPr>
          <a:xfrm>
            <a:off x="899700" y="1271291"/>
            <a:ext cx="7732200" cy="2039025"/>
            <a:chOff x="899700" y="1195063"/>
            <a:chExt cx="7732200" cy="2938500"/>
          </a:xfrm>
        </p:grpSpPr>
        <p:sp>
          <p:nvSpPr>
            <p:cNvPr id="66" name="Google Shape;66;p16"/>
            <p:cNvSpPr/>
            <p:nvPr/>
          </p:nvSpPr>
          <p:spPr>
            <a:xfrm>
              <a:off x="899700" y="1195063"/>
              <a:ext cx="7732200" cy="2938500"/>
            </a:xfrm>
            <a:prstGeom prst="rect">
              <a:avLst/>
            </a:prstGeom>
            <a:solidFill>
              <a:schemeClr val="lt2"/>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6"/>
            <p:cNvSpPr txBox="1"/>
            <p:nvPr/>
          </p:nvSpPr>
          <p:spPr>
            <a:xfrm>
              <a:off x="993050" y="1326735"/>
              <a:ext cx="7214400" cy="280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pt-BR" sz="1300">
                  <a:solidFill>
                    <a:srgbClr val="980000"/>
                  </a:solidFill>
                </a:rPr>
                <a:t>COMO UTILIZAR OS SLIDES?</a:t>
              </a:r>
              <a:endParaRPr b="1" sz="1300">
                <a:solidFill>
                  <a:srgbClr val="980000"/>
                </a:solidFill>
              </a:endParaRPr>
            </a:p>
            <a:p>
              <a:pPr indent="0" lvl="0" marL="0" rtl="0" algn="ctr">
                <a:spcBef>
                  <a:spcPts val="0"/>
                </a:spcBef>
                <a:spcAft>
                  <a:spcPts val="0"/>
                </a:spcAft>
                <a:buClr>
                  <a:schemeClr val="dk1"/>
                </a:buClr>
                <a:buSzPts val="1100"/>
                <a:buFont typeface="Arial"/>
                <a:buNone/>
              </a:pPr>
              <a:r>
                <a:t/>
              </a:r>
              <a:endParaRPr b="1" sz="1300">
                <a:solidFill>
                  <a:srgbClr val="980000"/>
                </a:solidFill>
              </a:endParaRPr>
            </a:p>
            <a:p>
              <a:pPr indent="-323850" lvl="0" marL="457200" rtl="0" algn="l">
                <a:spcBef>
                  <a:spcPts val="0"/>
                </a:spcBef>
                <a:spcAft>
                  <a:spcPts val="0"/>
                </a:spcAft>
                <a:buClr>
                  <a:srgbClr val="980000"/>
                </a:buClr>
                <a:buSzPts val="1500"/>
                <a:buChar char="●"/>
              </a:pPr>
              <a:r>
                <a:rPr lang="pt-BR">
                  <a:solidFill>
                    <a:srgbClr val="980000"/>
                  </a:solidFill>
                </a:rPr>
                <a:t>Clique em: </a:t>
              </a:r>
              <a:r>
                <a:rPr b="1" lang="pt-BR">
                  <a:solidFill>
                    <a:srgbClr val="980000"/>
                  </a:solidFill>
                </a:rPr>
                <a:t>Arquivo </a:t>
              </a:r>
              <a:r>
                <a:rPr lang="pt-BR">
                  <a:solidFill>
                    <a:srgbClr val="980000"/>
                  </a:solidFill>
                </a:rPr>
                <a:t>&gt; </a:t>
              </a:r>
              <a:r>
                <a:rPr b="1" lang="pt-BR">
                  <a:solidFill>
                    <a:srgbClr val="980000"/>
                  </a:solidFill>
                </a:rPr>
                <a:t>Fazer uma Cópia</a:t>
              </a:r>
              <a:r>
                <a:rPr lang="pt-BR">
                  <a:solidFill>
                    <a:srgbClr val="980000"/>
                  </a:solidFill>
                </a:rPr>
                <a:t> &gt; </a:t>
              </a:r>
              <a:r>
                <a:rPr b="1" lang="pt-BR">
                  <a:solidFill>
                    <a:srgbClr val="980000"/>
                  </a:solidFill>
                </a:rPr>
                <a:t>Toda a apresentação</a:t>
              </a:r>
              <a:r>
                <a:rPr lang="pt-BR">
                  <a:solidFill>
                    <a:srgbClr val="980000"/>
                  </a:solidFill>
                </a:rPr>
                <a:t> &gt; Em </a:t>
              </a:r>
              <a:r>
                <a:rPr b="1" lang="pt-BR">
                  <a:solidFill>
                    <a:srgbClr val="980000"/>
                  </a:solidFill>
                </a:rPr>
                <a:t>Pasta</a:t>
              </a:r>
              <a:r>
                <a:rPr lang="pt-BR">
                  <a:solidFill>
                    <a:srgbClr val="980000"/>
                  </a:solidFill>
                </a:rPr>
                <a:t>, clique no botão com o local que irá aparecer, vá em </a:t>
              </a:r>
              <a:r>
                <a:rPr b="1" lang="pt-BR">
                  <a:solidFill>
                    <a:srgbClr val="980000"/>
                  </a:solidFill>
                </a:rPr>
                <a:t>Todos os Locais</a:t>
              </a:r>
              <a:r>
                <a:rPr lang="pt-BR">
                  <a:solidFill>
                    <a:srgbClr val="980000"/>
                  </a:solidFill>
                </a:rPr>
                <a:t> e selecione </a:t>
              </a:r>
              <a:r>
                <a:rPr b="1" lang="pt-BR">
                  <a:solidFill>
                    <a:srgbClr val="980000"/>
                  </a:solidFill>
                </a:rPr>
                <a:t>Meu Drive; </a:t>
              </a:r>
              <a:r>
                <a:rPr lang="pt-BR">
                  <a:solidFill>
                    <a:srgbClr val="980000"/>
                  </a:solidFill>
                </a:rPr>
                <a:t>em seguida, clique no botão </a:t>
              </a:r>
              <a:r>
                <a:rPr b="1" lang="pt-BR">
                  <a:solidFill>
                    <a:srgbClr val="980000"/>
                  </a:solidFill>
                </a:rPr>
                <a:t>Fazer uma cópia.</a:t>
              </a:r>
              <a:endParaRPr b="1">
                <a:solidFill>
                  <a:srgbClr val="980000"/>
                </a:solidFill>
              </a:endParaRPr>
            </a:p>
            <a:p>
              <a:pPr indent="-317500" lvl="0" marL="457200" rtl="0" algn="l">
                <a:spcBef>
                  <a:spcPts val="0"/>
                </a:spcBef>
                <a:spcAft>
                  <a:spcPts val="0"/>
                </a:spcAft>
                <a:buClr>
                  <a:srgbClr val="980000"/>
                </a:buClr>
                <a:buSzPts val="1400"/>
                <a:buChar char="●"/>
              </a:pPr>
              <a:r>
                <a:rPr lang="pt-BR">
                  <a:solidFill>
                    <a:srgbClr val="980000"/>
                  </a:solidFill>
                </a:rPr>
                <a:t>Você pode escolher o layout desejado para o slide. Clique com o botão direito sobre o slide, selecione </a:t>
              </a:r>
              <a:r>
                <a:rPr b="1" lang="pt-BR">
                  <a:solidFill>
                    <a:srgbClr val="980000"/>
                  </a:solidFill>
                </a:rPr>
                <a:t>Aplicar Layout</a:t>
              </a:r>
              <a:r>
                <a:rPr lang="pt-BR">
                  <a:solidFill>
                    <a:srgbClr val="980000"/>
                  </a:solidFill>
                </a:rPr>
                <a:t> e escolha o layout desejado.</a:t>
              </a:r>
              <a:endParaRPr>
                <a:solidFill>
                  <a:srgbClr val="980000"/>
                </a:solidFil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7"/>
          <p:cNvSpPr txBox="1"/>
          <p:nvPr>
            <p:ph idx="1" type="subTitle"/>
          </p:nvPr>
        </p:nvSpPr>
        <p:spPr>
          <a:xfrm>
            <a:off x="1674999" y="3674550"/>
            <a:ext cx="5040600" cy="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Apre</a:t>
            </a:r>
            <a:r>
              <a:rPr lang="pt-BR"/>
              <a:t>sentado </a:t>
            </a:r>
            <a:r>
              <a:rPr lang="pt-BR"/>
              <a:t>por:</a:t>
            </a:r>
            <a:endParaRPr/>
          </a:p>
        </p:txBody>
      </p:sp>
      <p:sp>
        <p:nvSpPr>
          <p:cNvPr id="73" name="Google Shape;73;p17"/>
          <p:cNvSpPr txBox="1"/>
          <p:nvPr>
            <p:ph idx="2" type="subTitle"/>
          </p:nvPr>
        </p:nvSpPr>
        <p:spPr>
          <a:xfrm>
            <a:off x="1674998" y="3922209"/>
            <a:ext cx="52578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Nome </a:t>
            </a:r>
            <a:r>
              <a:rPr lang="pt-BR">
                <a:solidFill>
                  <a:srgbClr val="314A99"/>
                </a:solidFill>
              </a:rPr>
              <a:t>Sobrenome </a:t>
            </a:r>
            <a:endParaRPr/>
          </a:p>
        </p:txBody>
      </p:sp>
      <p:sp>
        <p:nvSpPr>
          <p:cNvPr id="74" name="Google Shape;74;p17"/>
          <p:cNvSpPr txBox="1"/>
          <p:nvPr>
            <p:ph type="title"/>
          </p:nvPr>
        </p:nvSpPr>
        <p:spPr>
          <a:xfrm>
            <a:off x="1636200" y="844075"/>
            <a:ext cx="63537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a:t>ÁREA PARA ESCRITA DO TÍTULO QUE PODE SER LONGO OU CURTO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idx="1" type="body"/>
          </p:nvPr>
        </p:nvSpPr>
        <p:spPr>
          <a:xfrm>
            <a:off x="3438150" y="460225"/>
            <a:ext cx="5220300" cy="4095900"/>
          </a:xfrm>
          <a:prstGeom prst="rect">
            <a:avLst/>
          </a:prstGeom>
        </p:spPr>
        <p:txBody>
          <a:bodyPr anchorCtr="0" anchor="ctr" bIns="54000" lIns="91425" spcFirstLastPara="1" rIns="91425" wrap="square" tIns="54000">
            <a:noAutofit/>
          </a:bodyPr>
          <a:lstStyle/>
          <a:p>
            <a:pPr indent="0" lvl="0" marL="0" rtl="0" algn="l">
              <a:spcBef>
                <a:spcPts val="0"/>
              </a:spcBef>
              <a:spcAft>
                <a:spcPts val="0"/>
              </a:spcAft>
              <a:buNone/>
            </a:pPr>
            <a:r>
              <a:rPr lang="pt-B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a:t>
            </a:r>
            <a:endParaRPr/>
          </a:p>
        </p:txBody>
      </p:sp>
      <p:sp>
        <p:nvSpPr>
          <p:cNvPr id="80" name="Google Shape;80;p18"/>
          <p:cNvSpPr txBox="1"/>
          <p:nvPr>
            <p:ph type="title"/>
          </p:nvPr>
        </p:nvSpPr>
        <p:spPr>
          <a:xfrm>
            <a:off x="256725" y="1747900"/>
            <a:ext cx="2684100" cy="165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PODENDO SER LONGO OU CURTO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9"/>
          <p:cNvSpPr txBox="1"/>
          <p:nvPr>
            <p:ph idx="1" type="subTitle"/>
          </p:nvPr>
        </p:nvSpPr>
        <p:spPr>
          <a:xfrm>
            <a:off x="3398675" y="235098"/>
            <a:ext cx="52365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Legenda:</a:t>
            </a:r>
            <a:endParaRPr/>
          </a:p>
        </p:txBody>
      </p:sp>
      <p:sp>
        <p:nvSpPr>
          <p:cNvPr id="86" name="Google Shape;86;p19"/>
          <p:cNvSpPr txBox="1"/>
          <p:nvPr>
            <p:ph idx="2" type="subTitle"/>
          </p:nvPr>
        </p:nvSpPr>
        <p:spPr>
          <a:xfrm>
            <a:off x="3395925" y="4502298"/>
            <a:ext cx="5236500" cy="3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Fonte:</a:t>
            </a:r>
            <a:endParaRPr/>
          </a:p>
        </p:txBody>
      </p:sp>
      <p:sp>
        <p:nvSpPr>
          <p:cNvPr id="87" name="Google Shape;87;p19"/>
          <p:cNvSpPr txBox="1"/>
          <p:nvPr>
            <p:ph type="title"/>
          </p:nvPr>
        </p:nvSpPr>
        <p:spPr>
          <a:xfrm>
            <a:off x="256725" y="1747900"/>
            <a:ext cx="2684100" cy="165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PODENDO SER LONGO OU CURTO</a:t>
            </a:r>
            <a:endParaRPr/>
          </a:p>
        </p:txBody>
      </p:sp>
      <p:sp>
        <p:nvSpPr>
          <p:cNvPr id="88" name="Google Shape;88;p19"/>
          <p:cNvSpPr/>
          <p:nvPr/>
        </p:nvSpPr>
        <p:spPr>
          <a:xfrm>
            <a:off x="3464000" y="568500"/>
            <a:ext cx="5298300" cy="3945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256725" y="1747900"/>
            <a:ext cx="2684100" cy="165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solidFill>
                  <a:srgbClr val="314A99"/>
                </a:solidFill>
              </a:rPr>
              <a:t>TÍTULO DO ASSUNTO, </a:t>
            </a:r>
            <a:endParaRPr>
              <a:solidFill>
                <a:srgbClr val="314A99"/>
              </a:solidFill>
            </a:endParaRPr>
          </a:p>
          <a:p>
            <a:pPr indent="0" lvl="0" marL="0" rtl="0" algn="l">
              <a:spcBef>
                <a:spcPts val="0"/>
              </a:spcBef>
              <a:spcAft>
                <a:spcPts val="0"/>
              </a:spcAft>
              <a:buClr>
                <a:schemeClr val="dk1"/>
              </a:buClr>
              <a:buSzPts val="1100"/>
              <a:buFont typeface="Arial"/>
              <a:buNone/>
            </a:pPr>
            <a:r>
              <a:rPr lang="pt-BR">
                <a:solidFill>
                  <a:srgbClr val="314A99"/>
                </a:solidFill>
              </a:rPr>
              <a:t>PODENDO SER </a:t>
            </a:r>
            <a:endParaRPr>
              <a:solidFill>
                <a:srgbClr val="314A99"/>
              </a:solidFill>
            </a:endParaRPr>
          </a:p>
          <a:p>
            <a:pPr indent="0" lvl="0" marL="0" rtl="0" algn="l">
              <a:spcBef>
                <a:spcPts val="0"/>
              </a:spcBef>
              <a:spcAft>
                <a:spcPts val="0"/>
              </a:spcAft>
              <a:buClr>
                <a:schemeClr val="dk1"/>
              </a:buClr>
              <a:buSzPts val="1100"/>
              <a:buFont typeface="Arial"/>
              <a:buNone/>
            </a:pPr>
            <a:r>
              <a:rPr lang="pt-BR">
                <a:solidFill>
                  <a:srgbClr val="314A99"/>
                </a:solidFill>
              </a:rPr>
              <a:t>LONGO OU CURTO</a:t>
            </a:r>
            <a:endParaRPr/>
          </a:p>
        </p:txBody>
      </p:sp>
      <p:sp>
        <p:nvSpPr>
          <p:cNvPr id="94" name="Google Shape;94;p20"/>
          <p:cNvSpPr txBox="1"/>
          <p:nvPr>
            <p:ph idx="1" type="body"/>
          </p:nvPr>
        </p:nvSpPr>
        <p:spPr>
          <a:xfrm>
            <a:off x="3438150" y="460225"/>
            <a:ext cx="5220300" cy="4095900"/>
          </a:xfrm>
          <a:prstGeom prst="rect">
            <a:avLst/>
          </a:prstGeom>
        </p:spPr>
        <p:txBody>
          <a:bodyPr anchorCtr="0" anchor="ctr" bIns="54000" lIns="91425" spcFirstLastPara="1" rIns="91425" wrap="square" tIns="54000">
            <a:noAutofit/>
          </a:bodyPr>
          <a:lstStyle/>
          <a:p>
            <a:pPr indent="0" lvl="0" marL="0" rtl="0" algn="l">
              <a:spcBef>
                <a:spcPts val="0"/>
              </a:spcBef>
              <a:spcAft>
                <a:spcPts val="0"/>
              </a:spcAft>
              <a:buNone/>
            </a:pPr>
            <a:r>
              <a:rPr lang="pt-B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title"/>
          </p:nvPr>
        </p:nvSpPr>
        <p:spPr>
          <a:xfrm>
            <a:off x="256725" y="1747900"/>
            <a:ext cx="2684100" cy="165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solidFill>
                  <a:srgbClr val="314A99"/>
                </a:solidFill>
              </a:rPr>
              <a:t>TÍTULO DO ASSUNTO, </a:t>
            </a:r>
            <a:endParaRPr>
              <a:solidFill>
                <a:srgbClr val="314A99"/>
              </a:solidFill>
            </a:endParaRPr>
          </a:p>
          <a:p>
            <a:pPr indent="0" lvl="0" marL="0" rtl="0" algn="l">
              <a:spcBef>
                <a:spcPts val="0"/>
              </a:spcBef>
              <a:spcAft>
                <a:spcPts val="0"/>
              </a:spcAft>
              <a:buClr>
                <a:schemeClr val="dk1"/>
              </a:buClr>
              <a:buSzPts val="1100"/>
              <a:buFont typeface="Arial"/>
              <a:buNone/>
            </a:pPr>
            <a:r>
              <a:rPr lang="pt-BR">
                <a:solidFill>
                  <a:srgbClr val="314A99"/>
                </a:solidFill>
              </a:rPr>
              <a:t>PODENDO SER </a:t>
            </a:r>
            <a:endParaRPr>
              <a:solidFill>
                <a:srgbClr val="314A99"/>
              </a:solidFill>
            </a:endParaRPr>
          </a:p>
          <a:p>
            <a:pPr indent="0" lvl="0" marL="0" rtl="0" algn="l">
              <a:spcBef>
                <a:spcPts val="0"/>
              </a:spcBef>
              <a:spcAft>
                <a:spcPts val="0"/>
              </a:spcAft>
              <a:buClr>
                <a:schemeClr val="dk1"/>
              </a:buClr>
              <a:buSzPts val="1100"/>
              <a:buFont typeface="Arial"/>
              <a:buNone/>
            </a:pPr>
            <a:r>
              <a:rPr lang="pt-BR">
                <a:solidFill>
                  <a:srgbClr val="314A99"/>
                </a:solidFill>
              </a:rPr>
              <a:t>LONGO OU CURTO</a:t>
            </a:r>
            <a:endParaRPr/>
          </a:p>
        </p:txBody>
      </p:sp>
      <p:sp>
        <p:nvSpPr>
          <p:cNvPr id="100" name="Google Shape;100;p21"/>
          <p:cNvSpPr txBox="1"/>
          <p:nvPr>
            <p:ph idx="1" type="subTitle"/>
          </p:nvPr>
        </p:nvSpPr>
        <p:spPr>
          <a:xfrm>
            <a:off x="3398675" y="235098"/>
            <a:ext cx="52365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Legenda:</a:t>
            </a:r>
            <a:endParaRPr/>
          </a:p>
        </p:txBody>
      </p:sp>
      <p:sp>
        <p:nvSpPr>
          <p:cNvPr id="101" name="Google Shape;101;p21"/>
          <p:cNvSpPr txBox="1"/>
          <p:nvPr>
            <p:ph idx="2" type="subTitle"/>
          </p:nvPr>
        </p:nvSpPr>
        <p:spPr>
          <a:xfrm>
            <a:off x="3395925" y="4502298"/>
            <a:ext cx="5236500" cy="3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Fonte:</a:t>
            </a:r>
            <a:endParaRPr/>
          </a:p>
        </p:txBody>
      </p:sp>
      <p:sp>
        <p:nvSpPr>
          <p:cNvPr id="102" name="Google Shape;102;p21"/>
          <p:cNvSpPr/>
          <p:nvPr/>
        </p:nvSpPr>
        <p:spPr>
          <a:xfrm>
            <a:off x="3464000" y="568500"/>
            <a:ext cx="5298300" cy="3945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256725" y="1747900"/>
            <a:ext cx="2684100" cy="165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TÍTULO DO ASSUNTO, </a:t>
            </a:r>
            <a:endParaRPr/>
          </a:p>
          <a:p>
            <a:pPr indent="0" lvl="0" marL="0" rtl="0" algn="l">
              <a:spcBef>
                <a:spcPts val="0"/>
              </a:spcBef>
              <a:spcAft>
                <a:spcPts val="0"/>
              </a:spcAft>
              <a:buClr>
                <a:schemeClr val="dk1"/>
              </a:buClr>
              <a:buSzPts val="1100"/>
              <a:buFont typeface="Arial"/>
              <a:buNone/>
            </a:pPr>
            <a:r>
              <a:rPr lang="pt-BR"/>
              <a:t>PODENDO SER </a:t>
            </a:r>
            <a:endParaRPr/>
          </a:p>
          <a:p>
            <a:pPr indent="0" lvl="0" marL="0" rtl="0" algn="l">
              <a:spcBef>
                <a:spcPts val="0"/>
              </a:spcBef>
              <a:spcAft>
                <a:spcPts val="0"/>
              </a:spcAft>
              <a:buClr>
                <a:schemeClr val="dk1"/>
              </a:buClr>
              <a:buSzPts val="1100"/>
              <a:buFont typeface="Arial"/>
              <a:buNone/>
            </a:pPr>
            <a:r>
              <a:rPr lang="pt-BR"/>
              <a:t>LONGO OU CURTO</a:t>
            </a:r>
            <a:endParaRPr/>
          </a:p>
        </p:txBody>
      </p:sp>
      <p:sp>
        <p:nvSpPr>
          <p:cNvPr id="108" name="Google Shape;108;p22"/>
          <p:cNvSpPr txBox="1"/>
          <p:nvPr>
            <p:ph idx="1" type="body"/>
          </p:nvPr>
        </p:nvSpPr>
        <p:spPr>
          <a:xfrm>
            <a:off x="3512100" y="1228675"/>
            <a:ext cx="5182800" cy="3416400"/>
          </a:xfrm>
          <a:prstGeom prst="rect">
            <a:avLst/>
          </a:prstGeom>
        </p:spPr>
        <p:txBody>
          <a:bodyPr anchorCtr="0" anchor="ctr" bIns="91425" lIns="91425" spcFirstLastPara="1" rIns="91425" wrap="square" tIns="91425">
            <a:noAutofit/>
          </a:bodyPr>
          <a:lstStyle/>
          <a:p>
            <a:pPr indent="-355600" lvl="0" marL="457200" rtl="0" algn="l">
              <a:lnSpc>
                <a:spcPct val="100000"/>
              </a:lnSpc>
              <a:spcBef>
                <a:spcPts val="0"/>
              </a:spcBef>
              <a:spcAft>
                <a:spcPts val="0"/>
              </a:spcAft>
              <a:buClr>
                <a:srgbClr val="343434"/>
              </a:buClr>
              <a:buSzPts val="2000"/>
              <a:buChar char="●"/>
            </a:pPr>
            <a:r>
              <a:rPr lang="pt-BR">
                <a:solidFill>
                  <a:srgbClr val="343434"/>
                </a:solidFill>
              </a:rPr>
              <a:t>Lorem ipsum dolor sit amet, consectetuer adipiscing elit, sed diam nonummy nibh euismod tincidunt ut laoreet dolore magna aliquam erat volutpat. </a:t>
            </a:r>
            <a:endParaRPr>
              <a:solidFill>
                <a:srgbClr val="343434"/>
              </a:solidFill>
            </a:endParaRPr>
          </a:p>
          <a:p>
            <a:pPr indent="-355600" lvl="0" marL="457200" rtl="0" algn="l">
              <a:lnSpc>
                <a:spcPct val="100000"/>
              </a:lnSpc>
              <a:spcBef>
                <a:spcPts val="0"/>
              </a:spcBef>
              <a:spcAft>
                <a:spcPts val="0"/>
              </a:spcAft>
              <a:buClr>
                <a:srgbClr val="343434"/>
              </a:buClr>
              <a:buSzPts val="2000"/>
              <a:buChar char="●"/>
            </a:pPr>
            <a:r>
              <a:rPr lang="pt-BR">
                <a:solidFill>
                  <a:srgbClr val="343434"/>
                </a:solidFill>
              </a:rPr>
              <a:t>Ut wisi enim ad minim veniam, quis nostrud exerci tation ullamcorper suscipit lobortis nisl ut aliquip ex ea commodo consequat. Duis autem vel eum.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idx="1" type="body"/>
          </p:nvPr>
        </p:nvSpPr>
        <p:spPr>
          <a:xfrm>
            <a:off x="852800" y="1228675"/>
            <a:ext cx="7818000" cy="3416400"/>
          </a:xfrm>
          <a:prstGeom prst="rect">
            <a:avLst/>
          </a:prstGeom>
        </p:spPr>
        <p:txBody>
          <a:bodyPr anchorCtr="0" anchor="ctr" bIns="91425" lIns="91425" spcFirstLastPara="1" rIns="91425" wrap="square" tIns="91425">
            <a:noAutofit/>
          </a:bodyPr>
          <a:lstStyle/>
          <a:p>
            <a:pPr indent="-355600" lvl="0" marL="457200" rtl="0" algn="l">
              <a:lnSpc>
                <a:spcPct val="100000"/>
              </a:lnSpc>
              <a:spcBef>
                <a:spcPts val="0"/>
              </a:spcBef>
              <a:spcAft>
                <a:spcPts val="0"/>
              </a:spcAft>
              <a:buClr>
                <a:srgbClr val="343434"/>
              </a:buClr>
              <a:buSzPts val="2000"/>
              <a:buFont typeface="Montserrat Medium"/>
              <a:buChar char="●"/>
            </a:pPr>
            <a:r>
              <a:rPr lang="pt-BR">
                <a:solidFill>
                  <a:srgbClr val="343434"/>
                </a:solidFill>
              </a:rPr>
              <a:t>Lorem ipsum dolor sit amet, consectetuer adipiscing elit, sed diam nonummy nibh euismod tincidunt ut laoreet dolore.</a:t>
            </a:r>
            <a:endParaRPr>
              <a:solidFill>
                <a:srgbClr val="343434"/>
              </a:solidFill>
            </a:endParaRPr>
          </a:p>
          <a:p>
            <a:pPr indent="-355600" lvl="0" marL="457200" rtl="0" algn="l">
              <a:lnSpc>
                <a:spcPct val="100000"/>
              </a:lnSpc>
              <a:spcBef>
                <a:spcPts val="0"/>
              </a:spcBef>
              <a:spcAft>
                <a:spcPts val="0"/>
              </a:spcAft>
              <a:buClr>
                <a:srgbClr val="343434"/>
              </a:buClr>
              <a:buSzPts val="2000"/>
              <a:buFont typeface="Montserrat Medium"/>
              <a:buChar char="●"/>
            </a:pPr>
            <a:r>
              <a:rPr lang="pt-BR">
                <a:solidFill>
                  <a:srgbClr val="343434"/>
                </a:solidFill>
              </a:rPr>
              <a:t>Lorem ipsum dolor sit amet, consectetuer adipiscing elit, sed diam nonummy nibh euismod tincidunt ut laoreet dolore.</a:t>
            </a:r>
            <a:endParaRPr>
              <a:solidFill>
                <a:srgbClr val="343434"/>
              </a:solidFill>
            </a:endParaRPr>
          </a:p>
          <a:p>
            <a:pPr indent="-355600" lvl="0" marL="457200" rtl="0" algn="l">
              <a:lnSpc>
                <a:spcPct val="100000"/>
              </a:lnSpc>
              <a:spcBef>
                <a:spcPts val="0"/>
              </a:spcBef>
              <a:spcAft>
                <a:spcPts val="0"/>
              </a:spcAft>
              <a:buClr>
                <a:srgbClr val="343434"/>
              </a:buClr>
              <a:buSzPts val="2000"/>
              <a:buFont typeface="Montserrat Medium"/>
              <a:buChar char="●"/>
            </a:pPr>
            <a:r>
              <a:rPr lang="pt-BR">
                <a:solidFill>
                  <a:srgbClr val="343434"/>
                </a:solidFill>
              </a:rPr>
              <a:t>Lorem ipsum dolor sit amet, consectetuer adipiscing elit, sed diam nonummy nibh euismod tincidunt ut laoreet dolore.</a:t>
            </a:r>
            <a:endParaRPr>
              <a:solidFill>
                <a:srgbClr val="343434"/>
              </a:solidFill>
            </a:endParaRPr>
          </a:p>
          <a:p>
            <a:pPr indent="0" lvl="0" marL="0" rtl="0" algn="l">
              <a:spcBef>
                <a:spcPts val="0"/>
              </a:spcBef>
              <a:spcAft>
                <a:spcPts val="0"/>
              </a:spcAft>
              <a:buNone/>
            </a:pPr>
            <a:r>
              <a:t/>
            </a:r>
            <a:endParaRPr/>
          </a:p>
        </p:txBody>
      </p:sp>
      <p:sp>
        <p:nvSpPr>
          <p:cNvPr id="114" name="Google Shape;114;p23"/>
          <p:cNvSpPr txBox="1"/>
          <p:nvPr>
            <p:ph type="title"/>
          </p:nvPr>
        </p:nvSpPr>
        <p:spPr>
          <a:xfrm>
            <a:off x="2311075" y="237100"/>
            <a:ext cx="64512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 TEXTO EM TÓPICOS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2311075" y="160900"/>
            <a:ext cx="64512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sz="1900"/>
              <a:t>TÍTULO DO ASSUNTO </a:t>
            </a:r>
            <a:endParaRPr/>
          </a:p>
        </p:txBody>
      </p:sp>
      <p:sp>
        <p:nvSpPr>
          <p:cNvPr id="120" name="Google Shape;120;p24"/>
          <p:cNvSpPr txBox="1"/>
          <p:nvPr>
            <p:ph idx="1" type="body"/>
          </p:nvPr>
        </p:nvSpPr>
        <p:spPr>
          <a:xfrm>
            <a:off x="852800" y="1228675"/>
            <a:ext cx="4260300" cy="3416400"/>
          </a:xfrm>
          <a:prstGeom prst="rect">
            <a:avLst/>
          </a:prstGeom>
        </p:spPr>
        <p:txBody>
          <a:bodyPr anchorCtr="0" anchor="ctr" bIns="91425" lIns="91425" spcFirstLastPara="1" rIns="91425" wrap="square" tIns="91425">
            <a:noAutofit/>
          </a:bodyPr>
          <a:lstStyle/>
          <a:p>
            <a:pPr indent="-355600" lvl="0" marL="457200" rtl="0" algn="l">
              <a:spcBef>
                <a:spcPts val="0"/>
              </a:spcBef>
              <a:spcAft>
                <a:spcPts val="0"/>
              </a:spcAft>
              <a:buClr>
                <a:srgbClr val="343434"/>
              </a:buClr>
              <a:buSzPts val="2000"/>
              <a:buFont typeface="Montserrat Medium"/>
              <a:buChar char="●"/>
            </a:pPr>
            <a:r>
              <a:rPr lang="pt-BR">
                <a:solidFill>
                  <a:srgbClr val="343434"/>
                </a:solidFill>
              </a:rPr>
              <a:t>Lorem ipsum dolor sit amet, consectetuer adipiscing elit, sed diam nonummy nibh euismod.</a:t>
            </a:r>
            <a:endParaRPr>
              <a:solidFill>
                <a:srgbClr val="343434"/>
              </a:solidFill>
            </a:endParaRPr>
          </a:p>
          <a:p>
            <a:pPr indent="0" lvl="0" marL="457200" rtl="0" algn="l">
              <a:spcBef>
                <a:spcPts val="0"/>
              </a:spcBef>
              <a:spcAft>
                <a:spcPts val="0"/>
              </a:spcAft>
              <a:buNone/>
            </a:pPr>
            <a:r>
              <a:t/>
            </a:r>
            <a:endParaRPr>
              <a:solidFill>
                <a:srgbClr val="343434"/>
              </a:solidFill>
            </a:endParaRPr>
          </a:p>
          <a:p>
            <a:pPr indent="-355600" lvl="0" marL="457200" rtl="0" algn="l">
              <a:spcBef>
                <a:spcPts val="0"/>
              </a:spcBef>
              <a:spcAft>
                <a:spcPts val="0"/>
              </a:spcAft>
              <a:buClr>
                <a:srgbClr val="343434"/>
              </a:buClr>
              <a:buSzPts val="2000"/>
              <a:buFont typeface="Montserrat Medium"/>
              <a:buChar char="●"/>
            </a:pPr>
            <a:r>
              <a:rPr lang="pt-BR">
                <a:solidFill>
                  <a:srgbClr val="343434"/>
                </a:solidFill>
              </a:rPr>
              <a:t>Lorem ipsum dolor sit amet, consectetuer adipiscing elit, sed diam nonummy nibh euismod</a:t>
            </a:r>
            <a:endParaRPr/>
          </a:p>
        </p:txBody>
      </p:sp>
      <p:sp>
        <p:nvSpPr>
          <p:cNvPr id="121" name="Google Shape;121;p24"/>
          <p:cNvSpPr txBox="1"/>
          <p:nvPr>
            <p:ph idx="2" type="subTitle"/>
          </p:nvPr>
        </p:nvSpPr>
        <p:spPr>
          <a:xfrm>
            <a:off x="5227475" y="784025"/>
            <a:ext cx="35349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Legenda:</a:t>
            </a:r>
            <a:endParaRPr/>
          </a:p>
        </p:txBody>
      </p:sp>
      <p:sp>
        <p:nvSpPr>
          <p:cNvPr id="122" name="Google Shape;122;p24"/>
          <p:cNvSpPr txBox="1"/>
          <p:nvPr>
            <p:ph idx="3" type="subTitle"/>
          </p:nvPr>
        </p:nvSpPr>
        <p:spPr>
          <a:xfrm>
            <a:off x="5224725" y="4471268"/>
            <a:ext cx="3534900" cy="3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Fonte:</a:t>
            </a:r>
            <a:endParaRPr/>
          </a:p>
        </p:txBody>
      </p:sp>
      <p:sp>
        <p:nvSpPr>
          <p:cNvPr id="123" name="Google Shape;123;p24"/>
          <p:cNvSpPr/>
          <p:nvPr/>
        </p:nvSpPr>
        <p:spPr>
          <a:xfrm>
            <a:off x="5289250" y="1105500"/>
            <a:ext cx="3473100" cy="34083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513175" y="1105500"/>
            <a:ext cx="4559100" cy="329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Lorem ipsum dolor sit amet, consectetuer adipiscing elit, sed diam nonummy nibh euismod tincidunt ut laoreet dolore magna aliquam erat volutpat. Ut wisi enim ad minim veniam, quis nostrud exerci tation ullamcorper suscipit lobortis nisl ut aliquip ex ea commodo consequat. </a:t>
            </a:r>
            <a:endParaRPr/>
          </a:p>
          <a:p>
            <a:pPr indent="0" lvl="0" marL="0" rtl="0" algn="l">
              <a:spcBef>
                <a:spcPts val="0"/>
              </a:spcBef>
              <a:spcAft>
                <a:spcPts val="0"/>
              </a:spcAft>
              <a:buNone/>
            </a:pPr>
            <a:r>
              <a:t/>
            </a:r>
            <a:endParaRPr/>
          </a:p>
        </p:txBody>
      </p:sp>
      <p:sp>
        <p:nvSpPr>
          <p:cNvPr id="129" name="Google Shape;129;p25"/>
          <p:cNvSpPr txBox="1"/>
          <p:nvPr>
            <p:ph idx="2" type="title"/>
          </p:nvPr>
        </p:nvSpPr>
        <p:spPr>
          <a:xfrm>
            <a:off x="1320475" y="319606"/>
            <a:ext cx="74418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 CONTEÚDO EM 2 COLUNAS</a:t>
            </a:r>
            <a:endParaRPr/>
          </a:p>
        </p:txBody>
      </p:sp>
      <p:sp>
        <p:nvSpPr>
          <p:cNvPr id="130" name="Google Shape;130;p25"/>
          <p:cNvSpPr txBox="1"/>
          <p:nvPr>
            <p:ph idx="1" type="subTitle"/>
          </p:nvPr>
        </p:nvSpPr>
        <p:spPr>
          <a:xfrm>
            <a:off x="5227475" y="1096583"/>
            <a:ext cx="35349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Legenda:</a:t>
            </a:r>
            <a:endParaRPr/>
          </a:p>
        </p:txBody>
      </p:sp>
      <p:sp>
        <p:nvSpPr>
          <p:cNvPr id="131" name="Google Shape;131;p25"/>
          <p:cNvSpPr txBox="1"/>
          <p:nvPr>
            <p:ph idx="3" type="subTitle"/>
          </p:nvPr>
        </p:nvSpPr>
        <p:spPr>
          <a:xfrm>
            <a:off x="5224725" y="4447995"/>
            <a:ext cx="3534900" cy="3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Fonte:</a:t>
            </a:r>
            <a:endParaRPr/>
          </a:p>
        </p:txBody>
      </p:sp>
      <p:sp>
        <p:nvSpPr>
          <p:cNvPr id="132" name="Google Shape;132;p25"/>
          <p:cNvSpPr/>
          <p:nvPr/>
        </p:nvSpPr>
        <p:spPr>
          <a:xfrm>
            <a:off x="5289250" y="1409425"/>
            <a:ext cx="3473100" cy="31044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513175" y="1105500"/>
            <a:ext cx="8249100" cy="329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pt-BR"/>
              <a:t>Lorem ipsum dolor sit amet, consectetuer adipiscing elit, sed diam nonummy nibh euismod tincidunt ut laoreet dolore magna aliquam erat volutpat. Ut wisi enim ad minim veniam, quis nostrud exerci tation ullamcorper suscipit lobortis nisl ut aliquip ex ea commodo consequat. </a:t>
            </a:r>
            <a:endParaRPr/>
          </a:p>
          <a:p>
            <a:pPr indent="0" lvl="0" marL="0" rtl="0" algn="l">
              <a:spcBef>
                <a:spcPts val="0"/>
              </a:spcBef>
              <a:spcAft>
                <a:spcPts val="0"/>
              </a:spcAft>
              <a:buNone/>
            </a:pPr>
            <a:r>
              <a:t/>
            </a:r>
            <a:endParaRPr/>
          </a:p>
        </p:txBody>
      </p:sp>
      <p:sp>
        <p:nvSpPr>
          <p:cNvPr id="138" name="Google Shape;138;p26"/>
          <p:cNvSpPr txBox="1"/>
          <p:nvPr>
            <p:ph idx="2" type="title"/>
          </p:nvPr>
        </p:nvSpPr>
        <p:spPr>
          <a:xfrm>
            <a:off x="1320475" y="319606"/>
            <a:ext cx="74418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 COLUNA ÚNICA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1320475" y="319606"/>
            <a:ext cx="74418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 CONTEÚDO EM TÓPICOS</a:t>
            </a:r>
            <a:endParaRPr/>
          </a:p>
        </p:txBody>
      </p:sp>
      <p:sp>
        <p:nvSpPr>
          <p:cNvPr id="144" name="Google Shape;144;p27"/>
          <p:cNvSpPr txBox="1"/>
          <p:nvPr>
            <p:ph idx="1" type="body"/>
          </p:nvPr>
        </p:nvSpPr>
        <p:spPr>
          <a:xfrm>
            <a:off x="400300" y="1228675"/>
            <a:ext cx="8270400" cy="3416400"/>
          </a:xfrm>
          <a:prstGeom prst="rect">
            <a:avLst/>
          </a:prstGeom>
        </p:spPr>
        <p:txBody>
          <a:bodyPr anchorCtr="0" anchor="ctr" bIns="91425" lIns="91425" spcFirstLastPara="1" rIns="91425" wrap="square" tIns="91425">
            <a:noAutofit/>
          </a:bodyPr>
          <a:lstStyle/>
          <a:p>
            <a:pPr indent="-355600" lvl="0" marL="457200" rtl="0" algn="l">
              <a:lnSpc>
                <a:spcPct val="100000"/>
              </a:lnSpc>
              <a:spcBef>
                <a:spcPts val="0"/>
              </a:spcBef>
              <a:spcAft>
                <a:spcPts val="0"/>
              </a:spcAft>
              <a:buClr>
                <a:schemeClr val="dk2"/>
              </a:buClr>
              <a:buSzPts val="2000"/>
              <a:buFont typeface="Montserrat Medium"/>
              <a:buChar char="●"/>
            </a:pPr>
            <a:r>
              <a:rPr lang="pt-BR"/>
              <a:t>Lorem ipsum dolor sit amet, consectetuer adipiscing elit, sed diam nonummy nibh euismod tincidunt ut laoreet dolore.</a:t>
            </a:r>
            <a:endParaRPr/>
          </a:p>
          <a:p>
            <a:pPr indent="-355600" lvl="0" marL="457200" rtl="0" algn="l">
              <a:lnSpc>
                <a:spcPct val="100000"/>
              </a:lnSpc>
              <a:spcBef>
                <a:spcPts val="0"/>
              </a:spcBef>
              <a:spcAft>
                <a:spcPts val="0"/>
              </a:spcAft>
              <a:buClr>
                <a:schemeClr val="dk2"/>
              </a:buClr>
              <a:buSzPts val="2000"/>
              <a:buFont typeface="Montserrat Medium"/>
              <a:buChar char="●"/>
            </a:pPr>
            <a:r>
              <a:rPr lang="pt-BR"/>
              <a:t>Lorem ipsum dolor sit amet, consectetuer adipiscing elit, sed diam nonummy nibh euismod tincidunt ut laoreet dolore.</a:t>
            </a:r>
            <a:endParaRPr/>
          </a:p>
          <a:p>
            <a:pPr indent="-355600" lvl="0" marL="457200" rtl="0" algn="l">
              <a:lnSpc>
                <a:spcPct val="100000"/>
              </a:lnSpc>
              <a:spcBef>
                <a:spcPts val="0"/>
              </a:spcBef>
              <a:spcAft>
                <a:spcPts val="0"/>
              </a:spcAft>
              <a:buClr>
                <a:schemeClr val="dk2"/>
              </a:buClr>
              <a:buSzPts val="2000"/>
              <a:buFont typeface="Montserrat Medium"/>
              <a:buChar char="●"/>
            </a:pPr>
            <a:r>
              <a:rPr lang="pt-BR"/>
              <a:t>Lorem ipsum dolor sit amet, consectetuer adipiscing elit, sed diam nonummy nibh euismod tincidunt ut laoreet dolore.</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1320475" y="319606"/>
            <a:ext cx="7441800" cy="58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TÍTULO DO ASSUNTO - IMAGEM OU VÍDEO</a:t>
            </a:r>
            <a:endParaRPr/>
          </a:p>
        </p:txBody>
      </p:sp>
      <p:sp>
        <p:nvSpPr>
          <p:cNvPr id="150" name="Google Shape;150;p28"/>
          <p:cNvSpPr txBox="1"/>
          <p:nvPr>
            <p:ph idx="1" type="subTitle"/>
          </p:nvPr>
        </p:nvSpPr>
        <p:spPr>
          <a:xfrm>
            <a:off x="403601" y="1088814"/>
            <a:ext cx="5236500" cy="4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Legenda:</a:t>
            </a:r>
            <a:endParaRPr/>
          </a:p>
        </p:txBody>
      </p:sp>
      <p:sp>
        <p:nvSpPr>
          <p:cNvPr id="151" name="Google Shape;151;p28"/>
          <p:cNvSpPr txBox="1"/>
          <p:nvPr>
            <p:ph idx="2" type="subTitle"/>
          </p:nvPr>
        </p:nvSpPr>
        <p:spPr>
          <a:xfrm>
            <a:off x="400851" y="4426098"/>
            <a:ext cx="5236500" cy="3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t-BR"/>
              <a:t>Fonte:</a:t>
            </a:r>
            <a:endParaRPr/>
          </a:p>
        </p:txBody>
      </p:sp>
      <p:sp>
        <p:nvSpPr>
          <p:cNvPr id="152" name="Google Shape;152;p28"/>
          <p:cNvSpPr/>
          <p:nvPr/>
        </p:nvSpPr>
        <p:spPr>
          <a:xfrm>
            <a:off x="452400" y="1409425"/>
            <a:ext cx="8310000" cy="30555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imagem/vídeo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ctrTitle"/>
          </p:nvPr>
        </p:nvSpPr>
        <p:spPr>
          <a:xfrm>
            <a:off x="1850650" y="920275"/>
            <a:ext cx="58419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a:t>SLIDE DE TRANSIÇÃO COM TÍTULO QUE APRESENTA UMA NOVA SEÇÃO</a:t>
            </a:r>
            <a:endParaRPr/>
          </a:p>
        </p:txBody>
      </p:sp>
      <p:sp>
        <p:nvSpPr>
          <p:cNvPr id="158" name="Google Shape;158;p29"/>
          <p:cNvSpPr txBox="1"/>
          <p:nvPr>
            <p:ph idx="1" type="subTitle"/>
          </p:nvPr>
        </p:nvSpPr>
        <p:spPr>
          <a:xfrm>
            <a:off x="1903605" y="3870204"/>
            <a:ext cx="4053300" cy="472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nvSpPr>
        <p:spPr>
          <a:xfrm>
            <a:off x="5032650" y="748700"/>
            <a:ext cx="3702300" cy="137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pt-BR" sz="1600">
                <a:solidFill>
                  <a:srgbClr val="314A99"/>
                </a:solidFill>
                <a:latin typeface="Montserrat Medium"/>
                <a:ea typeface="Montserrat Medium"/>
                <a:cs typeface="Montserrat Medium"/>
                <a:sym typeface="Montserrat Medium"/>
              </a:rPr>
              <a:t>E-MAIL</a:t>
            </a:r>
            <a:endParaRPr sz="1600">
              <a:solidFill>
                <a:srgbClr val="314A99"/>
              </a:solidFill>
              <a:latin typeface="Montserrat Medium"/>
              <a:ea typeface="Montserrat Medium"/>
              <a:cs typeface="Montserrat Medium"/>
              <a:sym typeface="Montserrat Medium"/>
            </a:endParaRPr>
          </a:p>
          <a:p>
            <a:pPr indent="0" lvl="0" marL="0" rtl="0" algn="r">
              <a:spcBef>
                <a:spcPts val="0"/>
              </a:spcBef>
              <a:spcAft>
                <a:spcPts val="0"/>
              </a:spcAft>
              <a:buNone/>
            </a:pPr>
            <a:r>
              <a:rPr lang="pt-BR" sz="1600" u="sng">
                <a:solidFill>
                  <a:srgbClr val="A3A51A"/>
                </a:solidFill>
                <a:latin typeface="Montserrat Light"/>
                <a:ea typeface="Montserrat Light"/>
                <a:cs typeface="Montserrat Light"/>
                <a:sym typeface="Montserrat Light"/>
                <a:hlinkClick r:id="rId3">
                  <a:extLst>
                    <a:ext uri="{A12FA001-AC4F-418D-AE19-62706E023703}">
                      <ahyp:hlinkClr val="tx"/>
                    </a:ext>
                  </a:extLst>
                </a:hlinkClick>
              </a:rPr>
              <a:t>e-mail.servidor@ifes.edu.br</a:t>
            </a:r>
            <a:endParaRPr sz="1600">
              <a:solidFill>
                <a:srgbClr val="A3A51A"/>
              </a:solidFill>
              <a:latin typeface="Montserrat Light"/>
              <a:ea typeface="Montserrat Light"/>
              <a:cs typeface="Montserrat Light"/>
              <a:sym typeface="Montserrat Light"/>
            </a:endParaRPr>
          </a:p>
          <a:p>
            <a:pPr indent="0" lvl="0" marL="0" rtl="0" algn="r">
              <a:spcBef>
                <a:spcPts val="0"/>
              </a:spcBef>
              <a:spcAft>
                <a:spcPts val="0"/>
              </a:spcAft>
              <a:buNone/>
            </a:pPr>
            <a:r>
              <a:t/>
            </a:r>
            <a:endParaRPr sz="1600">
              <a:solidFill>
                <a:srgbClr val="343434"/>
              </a:solidFill>
              <a:latin typeface="Montserrat Light"/>
              <a:ea typeface="Montserrat Light"/>
              <a:cs typeface="Montserrat Light"/>
              <a:sym typeface="Montserrat Light"/>
            </a:endParaRPr>
          </a:p>
          <a:p>
            <a:pPr indent="0" lvl="0" marL="0" rtl="0" algn="r">
              <a:spcBef>
                <a:spcPts val="0"/>
              </a:spcBef>
              <a:spcAft>
                <a:spcPts val="0"/>
              </a:spcAft>
              <a:buNone/>
            </a:pPr>
            <a:r>
              <a:rPr lang="pt-BR" sz="1600">
                <a:solidFill>
                  <a:srgbClr val="314A99"/>
                </a:solidFill>
                <a:latin typeface="Montserrat Medium"/>
                <a:ea typeface="Montserrat Medium"/>
                <a:cs typeface="Montserrat Medium"/>
                <a:sym typeface="Montserrat Medium"/>
              </a:rPr>
              <a:t>REDES SOCIAIS</a:t>
            </a:r>
            <a:endParaRPr sz="1600">
              <a:solidFill>
                <a:srgbClr val="314A99"/>
              </a:solidFill>
              <a:latin typeface="Montserrat Medium"/>
              <a:ea typeface="Montserrat Medium"/>
              <a:cs typeface="Montserrat Medium"/>
              <a:sym typeface="Montserrat Medium"/>
            </a:endParaRPr>
          </a:p>
          <a:p>
            <a:pPr indent="0" lvl="0" marL="0" rtl="0" algn="r">
              <a:spcBef>
                <a:spcPts val="0"/>
              </a:spcBef>
              <a:spcAft>
                <a:spcPts val="0"/>
              </a:spcAft>
              <a:buNone/>
            </a:pPr>
            <a:r>
              <a:rPr lang="pt-BR" sz="1600">
                <a:solidFill>
                  <a:srgbClr val="A3A51A"/>
                </a:solidFill>
                <a:latin typeface="Montserrat Light"/>
                <a:ea typeface="Montserrat Light"/>
                <a:cs typeface="Montserrat Light"/>
                <a:sym typeface="Montserrat Light"/>
              </a:rPr>
              <a:t>@redesocial.servidor</a:t>
            </a:r>
            <a:endParaRPr sz="1600">
              <a:solidFill>
                <a:srgbClr val="A3A51A"/>
              </a:solidFill>
              <a:latin typeface="Montserrat Light"/>
              <a:ea typeface="Montserrat Light"/>
              <a:cs typeface="Montserrat Light"/>
              <a:sym typeface="Montserrat Light"/>
            </a:endParaRPr>
          </a:p>
        </p:txBody>
      </p:sp>
      <p:sp>
        <p:nvSpPr>
          <p:cNvPr id="164" name="Google Shape;164;p30"/>
          <p:cNvSpPr txBox="1"/>
          <p:nvPr/>
        </p:nvSpPr>
        <p:spPr>
          <a:xfrm>
            <a:off x="4333425" y="3987400"/>
            <a:ext cx="19425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u="sng">
                <a:solidFill>
                  <a:srgbClr val="A3A51A"/>
                </a:solidFill>
                <a:latin typeface="Montserrat"/>
                <a:ea typeface="Montserrat"/>
                <a:cs typeface="Montserrat"/>
                <a:sym typeface="Montserrat"/>
                <a:hlinkClick r:id="rId4">
                  <a:extLst>
                    <a:ext uri="{A12FA001-AC4F-418D-AE19-62706E023703}">
                      <ahyp:hlinkClr val="tx"/>
                    </a:ext>
                  </a:extLst>
                </a:hlinkClick>
              </a:rPr>
              <a:t>http://cefor.ifes.edu.br</a:t>
            </a:r>
            <a:endParaRPr>
              <a:solidFill>
                <a:srgbClr val="A3A51A"/>
              </a:solidFill>
              <a:latin typeface="Montserrat"/>
              <a:ea typeface="Montserrat"/>
              <a:cs typeface="Montserrat"/>
              <a:sym typeface="Montserrat"/>
            </a:endParaRPr>
          </a:p>
        </p:txBody>
      </p:sp>
      <p:sp>
        <p:nvSpPr>
          <p:cNvPr id="165" name="Google Shape;165;p30"/>
          <p:cNvSpPr txBox="1"/>
          <p:nvPr/>
        </p:nvSpPr>
        <p:spPr>
          <a:xfrm>
            <a:off x="4325561" y="4255311"/>
            <a:ext cx="14550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u="sng">
                <a:solidFill>
                  <a:srgbClr val="A3A51A"/>
                </a:solidFill>
                <a:latin typeface="Montserrat"/>
                <a:ea typeface="Montserrat"/>
                <a:cs typeface="Montserrat"/>
                <a:sym typeface="Montserrat"/>
                <a:hlinkClick r:id="rId5">
                  <a:extLst>
                    <a:ext uri="{A12FA001-AC4F-418D-AE19-62706E023703}">
                      <ahyp:hlinkClr val="tx"/>
                    </a:ext>
                  </a:extLst>
                </a:hlinkClick>
              </a:rPr>
              <a:t>@ifescefor</a:t>
            </a:r>
            <a:endParaRPr>
              <a:solidFill>
                <a:srgbClr val="A3A51A"/>
              </a:solidFill>
              <a:latin typeface="Montserrat"/>
              <a:ea typeface="Montserrat"/>
              <a:cs typeface="Montserrat"/>
              <a:sym typeface="Montserrat"/>
            </a:endParaRPr>
          </a:p>
        </p:txBody>
      </p:sp>
      <p:sp>
        <p:nvSpPr>
          <p:cNvPr id="166" name="Google Shape;166;p30"/>
          <p:cNvSpPr txBox="1"/>
          <p:nvPr/>
        </p:nvSpPr>
        <p:spPr>
          <a:xfrm>
            <a:off x="4325561" y="4515370"/>
            <a:ext cx="14550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200" u="sng">
                <a:solidFill>
                  <a:srgbClr val="A3A51A"/>
                </a:solidFill>
                <a:latin typeface="Montserrat"/>
                <a:ea typeface="Montserrat"/>
                <a:cs typeface="Montserrat"/>
                <a:sym typeface="Montserrat"/>
                <a:hlinkClick r:id="rId6">
                  <a:extLst>
                    <a:ext uri="{A12FA001-AC4F-418D-AE19-62706E023703}">
                      <ahyp:hlinkClr val="tx"/>
                    </a:ext>
                  </a:extLst>
                </a:hlinkClick>
              </a:rPr>
              <a:t>@ifescefor</a:t>
            </a:r>
            <a:endParaRPr>
              <a:solidFill>
                <a:srgbClr val="A3A51A"/>
              </a:solidFill>
              <a:latin typeface="Montserrat"/>
              <a:ea typeface="Montserrat"/>
              <a:cs typeface="Montserrat"/>
              <a:sym typeface="Montserrat"/>
            </a:endParaRPr>
          </a:p>
        </p:txBody>
      </p:sp>
      <p:sp>
        <p:nvSpPr>
          <p:cNvPr id="167" name="Google Shape;167;p30"/>
          <p:cNvSpPr txBox="1"/>
          <p:nvPr>
            <p:ph type="title"/>
          </p:nvPr>
        </p:nvSpPr>
        <p:spPr>
          <a:xfrm>
            <a:off x="256725" y="1747900"/>
            <a:ext cx="2684100" cy="1652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pt-BR"/>
              <a:t>OBRIGADO(A)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